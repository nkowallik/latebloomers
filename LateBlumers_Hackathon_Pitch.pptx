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6897"/>
    <p:restoredTop sz="94681"/>
  </p:normalViewPr>
  <p:slideViewPr>
    <p:cSldViewPr snapToGrid="0" snapToObjects="1">
      <p:cViewPr>
        <p:scale>
          <a:sx n="130" d="100"/>
          <a:sy n="130" d="100"/>
        </p:scale>
        <p:origin x="1152" y="-1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D1270D-0CFB-7C4D-A81B-A1FF39BE32D9}" type="datetimeFigureOut">
              <a:rPr lang="en-DE" smtClean="0"/>
              <a:t>15.11.25</a:t>
            </a:fld>
            <a:endParaRPr lang="en-D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14D249-0876-B04D-963D-65C8F927BDBF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4214131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schemeClr val="bg1"/>
                </a:solidFill>
              </a:rPr>
              <a:t>Stop monitoring apps; start monitoring behavior. Using Flower to train a federated autoencoder on server logs. Learns 'normal rhythm' of healthy servers. High reconstruction error signals anomalies. Federated learning provides massive baseline for sensitivity.</a:t>
            </a:r>
          </a:p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14D249-0876-B04D-963D-65C8F927BDBF}" type="slidenum">
              <a:rPr lang="en-DE" smtClean="0"/>
              <a:t>1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5594531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Rectangle 408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3" name="Picture 52" descr="A screenshot of a banner&#10;&#10;AI-generated content may be incorrect.">
            <a:extLst>
              <a:ext uri="{FF2B5EF4-FFF2-40B4-BE49-F238E27FC236}">
                <a16:creationId xmlns:a16="http://schemas.microsoft.com/office/drawing/2014/main" id="{BA88F6A6-ABAD-CD41-C469-32D0458830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2674" y="1747592"/>
            <a:ext cx="3394563" cy="3394563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709889" y="249943"/>
            <a:ext cx="6550227" cy="9322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600" b="1">
                <a:solidFill>
                  <a:srgbClr val="00B0F0"/>
                </a:solidFill>
              </a:defRPr>
            </a:pPr>
            <a:r>
              <a:rPr lang="en-US" sz="24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Stop Monitoring Apps; Start Monitoring Behavior</a:t>
            </a:r>
          </a:p>
        </p:txBody>
      </p:sp>
      <p:grpSp>
        <p:nvGrpSpPr>
          <p:cNvPr id="410" name="Group 409">
            <a:extLst>
              <a:ext uri="{FF2B5EF4-FFF2-40B4-BE49-F238E27FC236}">
                <a16:creationId xmlns:a16="http://schemas.microsoft.com/office/drawing/2014/main" id="{268C940D-4516-4630-B49F-65C1A82FEA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093443" y="619275"/>
            <a:ext cx="699150" cy="932200"/>
            <a:chOff x="10791258" y="619275"/>
            <a:chExt cx="932200" cy="932200"/>
          </a:xfrm>
        </p:grpSpPr>
        <p:sp>
          <p:nvSpPr>
            <p:cNvPr id="411" name="Graphic 212">
              <a:extLst>
                <a:ext uri="{FF2B5EF4-FFF2-40B4-BE49-F238E27FC236}">
                  <a16:creationId xmlns:a16="http://schemas.microsoft.com/office/drawing/2014/main" id="{160C130F-E752-44CF-98A8-75490C2A20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91258" y="619275"/>
              <a:ext cx="932200" cy="932200"/>
            </a:xfrm>
            <a:custGeom>
              <a:avLst/>
              <a:gdLst>
                <a:gd name="connsiteX0" fmla="*/ 403574 w 807148"/>
                <a:gd name="connsiteY0" fmla="*/ 0 h 807148"/>
                <a:gd name="connsiteX1" fmla="*/ 0 w 807148"/>
                <a:gd name="connsiteY1" fmla="*/ 403574 h 807148"/>
                <a:gd name="connsiteX2" fmla="*/ 403574 w 807148"/>
                <a:gd name="connsiteY2" fmla="*/ 807149 h 807148"/>
                <a:gd name="connsiteX3" fmla="*/ 807149 w 807148"/>
                <a:gd name="connsiteY3" fmla="*/ 403574 h 807148"/>
                <a:gd name="connsiteX4" fmla="*/ 403574 w 807148"/>
                <a:gd name="connsiteY4" fmla="*/ 0 h 807148"/>
                <a:gd name="connsiteX5" fmla="*/ 403574 w 807148"/>
                <a:gd name="connsiteY5" fmla="*/ 667988 h 807148"/>
                <a:gd name="connsiteX6" fmla="*/ 139160 w 807148"/>
                <a:gd name="connsiteY6" fmla="*/ 403574 h 807148"/>
                <a:gd name="connsiteX7" fmla="*/ 403574 w 807148"/>
                <a:gd name="connsiteY7" fmla="*/ 139160 h 807148"/>
                <a:gd name="connsiteX8" fmla="*/ 667988 w 807148"/>
                <a:gd name="connsiteY8" fmla="*/ 403574 h 807148"/>
                <a:gd name="connsiteX9" fmla="*/ 403574 w 807148"/>
                <a:gd name="connsiteY9" fmla="*/ 667988 h 8071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07148" h="807148">
                  <a:moveTo>
                    <a:pt x="403574" y="0"/>
                  </a:moveTo>
                  <a:cubicBezTo>
                    <a:pt x="180689" y="0"/>
                    <a:pt x="0" y="180689"/>
                    <a:pt x="0" y="403574"/>
                  </a:cubicBezTo>
                  <a:cubicBezTo>
                    <a:pt x="0" y="626459"/>
                    <a:pt x="180689" y="807149"/>
                    <a:pt x="403574" y="807149"/>
                  </a:cubicBezTo>
                  <a:cubicBezTo>
                    <a:pt x="626459" y="807149"/>
                    <a:pt x="807149" y="626459"/>
                    <a:pt x="807149" y="403574"/>
                  </a:cubicBezTo>
                  <a:cubicBezTo>
                    <a:pt x="807149" y="180689"/>
                    <a:pt x="626459" y="0"/>
                    <a:pt x="403574" y="0"/>
                  </a:cubicBezTo>
                  <a:close/>
                  <a:moveTo>
                    <a:pt x="403574" y="667988"/>
                  </a:moveTo>
                  <a:cubicBezTo>
                    <a:pt x="257556" y="667988"/>
                    <a:pt x="139160" y="549593"/>
                    <a:pt x="139160" y="403574"/>
                  </a:cubicBezTo>
                  <a:cubicBezTo>
                    <a:pt x="139160" y="257556"/>
                    <a:pt x="257556" y="139160"/>
                    <a:pt x="403574" y="139160"/>
                  </a:cubicBezTo>
                  <a:cubicBezTo>
                    <a:pt x="549593" y="139160"/>
                    <a:pt x="667988" y="257556"/>
                    <a:pt x="667988" y="403574"/>
                  </a:cubicBezTo>
                  <a:cubicBezTo>
                    <a:pt x="667988" y="549593"/>
                    <a:pt x="549593" y="667988"/>
                    <a:pt x="403574" y="667988"/>
                  </a:cubicBezTo>
                  <a:close/>
                </a:path>
              </a:pathLst>
            </a:custGeom>
            <a:solidFill>
              <a:srgbClr val="FFFFFF"/>
            </a:solidFill>
            <a:ln w="28575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412" name="Graphic 212">
              <a:extLst>
                <a:ext uri="{FF2B5EF4-FFF2-40B4-BE49-F238E27FC236}">
                  <a16:creationId xmlns:a16="http://schemas.microsoft.com/office/drawing/2014/main" id="{9690DAC5-9FBA-4943-959B-751AF2B46A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91258" y="619275"/>
              <a:ext cx="932200" cy="932200"/>
            </a:xfrm>
            <a:custGeom>
              <a:avLst/>
              <a:gdLst>
                <a:gd name="connsiteX0" fmla="*/ 403574 w 807148"/>
                <a:gd name="connsiteY0" fmla="*/ 0 h 807148"/>
                <a:gd name="connsiteX1" fmla="*/ 0 w 807148"/>
                <a:gd name="connsiteY1" fmla="*/ 403574 h 807148"/>
                <a:gd name="connsiteX2" fmla="*/ 403574 w 807148"/>
                <a:gd name="connsiteY2" fmla="*/ 807149 h 807148"/>
                <a:gd name="connsiteX3" fmla="*/ 807149 w 807148"/>
                <a:gd name="connsiteY3" fmla="*/ 403574 h 807148"/>
                <a:gd name="connsiteX4" fmla="*/ 403574 w 807148"/>
                <a:gd name="connsiteY4" fmla="*/ 0 h 807148"/>
                <a:gd name="connsiteX5" fmla="*/ 403574 w 807148"/>
                <a:gd name="connsiteY5" fmla="*/ 667988 h 807148"/>
                <a:gd name="connsiteX6" fmla="*/ 139160 w 807148"/>
                <a:gd name="connsiteY6" fmla="*/ 403574 h 807148"/>
                <a:gd name="connsiteX7" fmla="*/ 403574 w 807148"/>
                <a:gd name="connsiteY7" fmla="*/ 139160 h 807148"/>
                <a:gd name="connsiteX8" fmla="*/ 667988 w 807148"/>
                <a:gd name="connsiteY8" fmla="*/ 403574 h 807148"/>
                <a:gd name="connsiteX9" fmla="*/ 403574 w 807148"/>
                <a:gd name="connsiteY9" fmla="*/ 667988 h 8071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07148" h="807148">
                  <a:moveTo>
                    <a:pt x="403574" y="0"/>
                  </a:moveTo>
                  <a:cubicBezTo>
                    <a:pt x="180689" y="0"/>
                    <a:pt x="0" y="180689"/>
                    <a:pt x="0" y="403574"/>
                  </a:cubicBezTo>
                  <a:cubicBezTo>
                    <a:pt x="0" y="626459"/>
                    <a:pt x="180689" y="807149"/>
                    <a:pt x="403574" y="807149"/>
                  </a:cubicBezTo>
                  <a:cubicBezTo>
                    <a:pt x="626459" y="807149"/>
                    <a:pt x="807149" y="626459"/>
                    <a:pt x="807149" y="403574"/>
                  </a:cubicBezTo>
                  <a:cubicBezTo>
                    <a:pt x="807149" y="180689"/>
                    <a:pt x="626459" y="0"/>
                    <a:pt x="403574" y="0"/>
                  </a:cubicBezTo>
                  <a:close/>
                  <a:moveTo>
                    <a:pt x="403574" y="667988"/>
                  </a:moveTo>
                  <a:cubicBezTo>
                    <a:pt x="257556" y="667988"/>
                    <a:pt x="139160" y="549593"/>
                    <a:pt x="139160" y="403574"/>
                  </a:cubicBezTo>
                  <a:cubicBezTo>
                    <a:pt x="139160" y="257556"/>
                    <a:pt x="257556" y="139160"/>
                    <a:pt x="403574" y="139160"/>
                  </a:cubicBezTo>
                  <a:cubicBezTo>
                    <a:pt x="549593" y="139160"/>
                    <a:pt x="667988" y="257556"/>
                    <a:pt x="667988" y="403574"/>
                  </a:cubicBezTo>
                  <a:cubicBezTo>
                    <a:pt x="667988" y="549593"/>
                    <a:pt x="549593" y="667988"/>
                    <a:pt x="403574" y="667988"/>
                  </a:cubicBezTo>
                  <a:close/>
                </a:path>
              </a:pathLst>
            </a:custGeom>
            <a:solidFill>
              <a:schemeClr val="accent6">
                <a:alpha val="30000"/>
              </a:schemeClr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</p:grpSp>
      <p:sp>
        <p:nvSpPr>
          <p:cNvPr id="3" name="TextBox 2"/>
          <p:cNvSpPr txBox="1"/>
          <p:nvPr/>
        </p:nvSpPr>
        <p:spPr>
          <a:xfrm>
            <a:off x="429657" y="1747592"/>
            <a:ext cx="4583017" cy="435133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/>
          <a:p>
            <a:pPr marL="285750" indent="-228600" defTabSz="914400">
              <a:lnSpc>
                <a:spcPct val="90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FFFFFF"/>
                </a:solidFill>
                <a:latin typeface="Arial"/>
              </a:defRPr>
            </a:pPr>
            <a:r>
              <a:rPr lang="en-US" sz="1100" dirty="0">
                <a:solidFill>
                  <a:srgbClr val="0070C0"/>
                </a:solidFill>
              </a:rPr>
              <a:t>The Problem: </a:t>
            </a:r>
            <a:br>
              <a:rPr lang="en-US" sz="1100" dirty="0">
                <a:solidFill>
                  <a:schemeClr val="bg1"/>
                </a:solidFill>
              </a:rPr>
            </a:br>
            <a:r>
              <a:rPr lang="en-US" sz="1100" dirty="0">
                <a:solidFill>
                  <a:schemeClr val="bg1"/>
                </a:solidFill>
              </a:rPr>
              <a:t>A subtle memory leak ➔ slow DB queries ➔ HTTP 500 errors.</a:t>
            </a:r>
            <a:br>
              <a:rPr lang="en-US" sz="1100" dirty="0">
                <a:solidFill>
                  <a:schemeClr val="bg1"/>
                </a:solidFill>
              </a:rPr>
            </a:br>
            <a:r>
              <a:rPr lang="en-US" sz="1100" dirty="0">
                <a:solidFill>
                  <a:schemeClr val="bg1"/>
                </a:solidFill>
              </a:rPr>
              <a:t>i.e. 'unknown unknowns’!</a:t>
            </a:r>
          </a:p>
          <a:p>
            <a:pPr marL="285750" indent="-228600" defTabSz="914400">
              <a:lnSpc>
                <a:spcPct val="90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FFFFFF"/>
                </a:solidFill>
                <a:latin typeface="Arial"/>
              </a:defRPr>
            </a:pPr>
            <a:r>
              <a:rPr lang="en-US" sz="1100" dirty="0">
                <a:solidFill>
                  <a:srgbClr val="0070C0"/>
                </a:solidFill>
              </a:rPr>
              <a:t>The Data: </a:t>
            </a:r>
            <a:br>
              <a:rPr lang="en-US" sz="1100" dirty="0">
                <a:solidFill>
                  <a:schemeClr val="bg1"/>
                </a:solidFill>
              </a:rPr>
            </a:br>
            <a:r>
              <a:rPr lang="en-US" sz="1100" dirty="0">
                <a:solidFill>
                  <a:schemeClr val="bg1"/>
                </a:solidFill>
              </a:rPr>
              <a:t>A mix of all raw server logs (syslog, auth, Nginx, DB)</a:t>
            </a:r>
          </a:p>
          <a:p>
            <a:pPr marL="742950" lvl="1" indent="-228600" defTabSz="914400">
              <a:lnSpc>
                <a:spcPct val="90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FFFFFF"/>
                </a:solidFill>
                <a:latin typeface="Arial"/>
              </a:defRPr>
            </a:pPr>
            <a:r>
              <a:rPr lang="en-US" sz="1100" dirty="0">
                <a:solidFill>
                  <a:schemeClr val="bg1"/>
                </a:solidFill>
              </a:rPr>
              <a:t>Creates a </a:t>
            </a:r>
            <a:r>
              <a:rPr lang="en-US" sz="1100" u="sng" dirty="0">
                <a:solidFill>
                  <a:schemeClr val="bg1"/>
                </a:solidFill>
              </a:rPr>
              <a:t>high-dimensional 'data-fingerprint'</a:t>
            </a:r>
            <a:r>
              <a:rPr lang="en-US" sz="1100" dirty="0">
                <a:solidFill>
                  <a:schemeClr val="bg1"/>
                </a:solidFill>
              </a:rPr>
              <a:t> of a healthy server.</a:t>
            </a:r>
          </a:p>
          <a:p>
            <a:pPr marL="742950" lvl="1" indent="-228600" defTabSz="914400">
              <a:lnSpc>
                <a:spcPct val="90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FFFFFF"/>
                </a:solidFill>
                <a:latin typeface="Arial"/>
              </a:defRPr>
            </a:pPr>
            <a:r>
              <a:rPr lang="en-US" sz="1100" dirty="0">
                <a:solidFill>
                  <a:schemeClr val="bg1"/>
                </a:solidFill>
              </a:rPr>
              <a:t>No need for log parsing (=loss of information)</a:t>
            </a:r>
          </a:p>
          <a:p>
            <a:pPr marL="742950" lvl="1" indent="-228600" defTabSz="914400">
              <a:lnSpc>
                <a:spcPct val="90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FFFFFF"/>
                </a:solidFill>
                <a:latin typeface="Arial"/>
              </a:defRPr>
            </a:pPr>
            <a:r>
              <a:rPr lang="en-US" sz="1100" dirty="0">
                <a:solidFill>
                  <a:schemeClr val="bg1"/>
                </a:solidFill>
              </a:rPr>
              <a:t>Model: A transformer-based model learns the "language" of a healthy server</a:t>
            </a:r>
          </a:p>
          <a:p>
            <a:pPr marL="285750" indent="-228600" defTabSz="914400">
              <a:lnSpc>
                <a:spcPct val="90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FFFFFF"/>
                </a:solidFill>
                <a:latin typeface="Arial"/>
              </a:defRPr>
            </a:pPr>
            <a:r>
              <a:rPr lang="en-US" sz="1100" dirty="0">
                <a:solidFill>
                  <a:srgbClr val="0070C0"/>
                </a:solidFill>
              </a:rPr>
              <a:t>Federated vs Centralized (Why?):</a:t>
            </a:r>
          </a:p>
          <a:p>
            <a:pPr marL="742950" lvl="1" indent="-228600" defTabSz="914400">
              <a:lnSpc>
                <a:spcPct val="90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FFFFFF"/>
                </a:solidFill>
                <a:latin typeface="Arial"/>
              </a:defRPr>
            </a:pPr>
            <a:r>
              <a:rPr lang="en-US" sz="1100" dirty="0">
                <a:solidFill>
                  <a:schemeClr val="bg1"/>
                </a:solidFill>
              </a:rPr>
              <a:t>Saves huge amounts of bandwidth (weights vs. logs).</a:t>
            </a:r>
          </a:p>
          <a:p>
            <a:pPr marL="742950" lvl="1" indent="-228600" defTabSz="914400">
              <a:lnSpc>
                <a:spcPct val="90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FFFFFF"/>
                </a:solidFill>
                <a:latin typeface="Arial"/>
              </a:defRPr>
            </a:pPr>
            <a:r>
              <a:rPr lang="en-US" sz="1100" dirty="0">
                <a:solidFill>
                  <a:schemeClr val="bg1"/>
                </a:solidFill>
              </a:rPr>
              <a:t>The global model learns from a massive, </a:t>
            </a:r>
            <a:r>
              <a:rPr lang="en-US" sz="1100" u="sng" dirty="0">
                <a:solidFill>
                  <a:schemeClr val="bg1"/>
                </a:solidFill>
              </a:rPr>
              <a:t>diverse baseline</a:t>
            </a:r>
            <a:r>
              <a:rPr lang="en-US" sz="1100" dirty="0">
                <a:solidFill>
                  <a:schemeClr val="bg1"/>
                </a:solidFill>
              </a:rPr>
              <a:t> of "normal" behavior.</a:t>
            </a:r>
          </a:p>
          <a:p>
            <a:pPr marL="742950" lvl="1" indent="-228600" defTabSz="914400">
              <a:lnSpc>
                <a:spcPct val="90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FFFFFF"/>
                </a:solidFill>
                <a:latin typeface="Arial"/>
              </a:defRPr>
            </a:pPr>
            <a:r>
              <a:rPr lang="en-US" sz="1100" dirty="0">
                <a:solidFill>
                  <a:schemeClr val="bg1"/>
                </a:solidFill>
              </a:rPr>
              <a:t>Privacy: No raw, sensitive logs are ever shared.</a:t>
            </a:r>
          </a:p>
          <a:p>
            <a:pPr marL="285750" indent="-228600" defTabSz="914400">
              <a:lnSpc>
                <a:spcPct val="90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FFFFFF"/>
                </a:solidFill>
                <a:latin typeface="Arial"/>
              </a:defRPr>
            </a:pPr>
            <a:r>
              <a:rPr lang="en-US" sz="1100" dirty="0">
                <a:solidFill>
                  <a:srgbClr val="0070C0"/>
                </a:solidFill>
              </a:rPr>
              <a:t>Stack:</a:t>
            </a:r>
            <a:r>
              <a:rPr lang="en-US" sz="1100" dirty="0">
                <a:solidFill>
                  <a:schemeClr val="bg1"/>
                </a:solidFill>
              </a:rPr>
              <a:t> Flower, </a:t>
            </a:r>
            <a:r>
              <a:rPr lang="en-US" sz="1100" dirty="0" err="1">
                <a:solidFill>
                  <a:schemeClr val="bg1"/>
                </a:solidFill>
              </a:rPr>
              <a:t>PyTorch</a:t>
            </a:r>
            <a:r>
              <a:rPr lang="en-US" sz="1100" dirty="0">
                <a:solidFill>
                  <a:schemeClr val="bg1"/>
                </a:solidFill>
              </a:rPr>
              <a:t>, </a:t>
            </a:r>
            <a:r>
              <a:rPr lang="en-US" sz="1100" dirty="0" err="1">
                <a:solidFill>
                  <a:schemeClr val="bg1"/>
                </a:solidFill>
              </a:rPr>
              <a:t>Exalsius</a:t>
            </a:r>
            <a:r>
              <a:rPr lang="en-US" sz="1100" dirty="0">
                <a:solidFill>
                  <a:schemeClr val="bg1"/>
                </a:solidFill>
              </a:rPr>
              <a:t>.</a:t>
            </a:r>
          </a:p>
          <a:p>
            <a:pPr marL="285750" indent="-228600" defTabSz="914400">
              <a:lnSpc>
                <a:spcPct val="90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FFFFFF"/>
                </a:solidFill>
                <a:latin typeface="Arial"/>
              </a:defRPr>
            </a:pPr>
            <a:r>
              <a:rPr lang="en-US" sz="1100" dirty="0">
                <a:solidFill>
                  <a:srgbClr val="0070C0"/>
                </a:solidFill>
              </a:rPr>
              <a:t>Data:</a:t>
            </a:r>
            <a:r>
              <a:rPr lang="en-US" sz="1100" dirty="0">
                <a:solidFill>
                  <a:schemeClr val="bg1"/>
                </a:solidFill>
              </a:rPr>
              <a:t>  3 public datasets (~1GB each).</a:t>
            </a:r>
          </a:p>
          <a:p>
            <a:pPr marL="742950" lvl="1" indent="-228600" defTabSz="914400">
              <a:lnSpc>
                <a:spcPct val="90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FFFFFF"/>
                </a:solidFill>
                <a:latin typeface="Arial"/>
              </a:defRPr>
            </a:pPr>
            <a:r>
              <a:rPr lang="en-US" sz="1100" dirty="0">
                <a:solidFill>
                  <a:schemeClr val="bg1"/>
                </a:solidFill>
              </a:rPr>
              <a:t>Datasets are mixed, and distributed between clients using flower simulation</a:t>
            </a:r>
          </a:p>
        </p:txBody>
      </p:sp>
      <p:grpSp>
        <p:nvGrpSpPr>
          <p:cNvPr id="413" name="Group 412">
            <a:extLst>
              <a:ext uri="{FF2B5EF4-FFF2-40B4-BE49-F238E27FC236}">
                <a16:creationId xmlns:a16="http://schemas.microsoft.com/office/drawing/2014/main" id="{C93F2521-5FCA-4EE4-ADB9-C71AB81B88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868648" y="1216299"/>
            <a:ext cx="1199122" cy="531293"/>
            <a:chOff x="6491531" y="1420258"/>
            <a:chExt cx="1598829" cy="531293"/>
          </a:xfrm>
          <a:solidFill>
            <a:schemeClr val="bg1"/>
          </a:solidFill>
        </p:grpSpPr>
        <p:grpSp>
          <p:nvGrpSpPr>
            <p:cNvPr id="61" name="Graphic 190">
              <a:extLst>
                <a:ext uri="{FF2B5EF4-FFF2-40B4-BE49-F238E27FC236}">
                  <a16:creationId xmlns:a16="http://schemas.microsoft.com/office/drawing/2014/main" id="{701F4A7E-EE52-4FFF-847D-941A57F6ED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6491531" y="1420258"/>
              <a:ext cx="1598829" cy="531293"/>
              <a:chOff x="2504802" y="1755501"/>
              <a:chExt cx="1598829" cy="531293"/>
            </a:xfrm>
            <a:grpFill/>
          </p:grpSpPr>
          <p:sp>
            <p:nvSpPr>
              <p:cNvPr id="414" name="Freeform: Shape 64">
                <a:extLst>
                  <a:ext uri="{FF2B5EF4-FFF2-40B4-BE49-F238E27FC236}">
                    <a16:creationId xmlns:a16="http://schemas.microsoft.com/office/drawing/2014/main" id="{44C45BFB-2AD2-45F8-9F4B-9151A686E71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2504802" y="2113855"/>
                <a:ext cx="1598614" cy="172939"/>
              </a:xfrm>
              <a:custGeom>
                <a:avLst/>
                <a:gdLst>
                  <a:gd name="connsiteX0" fmla="*/ 1248648 w 1598614"/>
                  <a:gd name="connsiteY0" fmla="*/ 172939 h 172939"/>
                  <a:gd name="connsiteX1" fmla="*/ 1123031 w 1598614"/>
                  <a:gd name="connsiteY1" fmla="*/ 92708 h 172939"/>
                  <a:gd name="connsiteX2" fmla="*/ 1024085 w 1598614"/>
                  <a:gd name="connsiteY2" fmla="*/ 29469 h 172939"/>
                  <a:gd name="connsiteX3" fmla="*/ 925140 w 1598614"/>
                  <a:gd name="connsiteY3" fmla="*/ 92708 h 172939"/>
                  <a:gd name="connsiteX4" fmla="*/ 799522 w 1598614"/>
                  <a:gd name="connsiteY4" fmla="*/ 172939 h 172939"/>
                  <a:gd name="connsiteX5" fmla="*/ 799522 w 1598614"/>
                  <a:gd name="connsiteY5" fmla="*/ 172939 h 172939"/>
                  <a:gd name="connsiteX6" fmla="*/ 673905 w 1598614"/>
                  <a:gd name="connsiteY6" fmla="*/ 92708 h 172939"/>
                  <a:gd name="connsiteX7" fmla="*/ 574959 w 1598614"/>
                  <a:gd name="connsiteY7" fmla="*/ 29469 h 172939"/>
                  <a:gd name="connsiteX8" fmla="*/ 476014 w 1598614"/>
                  <a:gd name="connsiteY8" fmla="*/ 92708 h 172939"/>
                  <a:gd name="connsiteX9" fmla="*/ 350396 w 1598614"/>
                  <a:gd name="connsiteY9" fmla="*/ 172939 h 172939"/>
                  <a:gd name="connsiteX10" fmla="*/ 224778 w 1598614"/>
                  <a:gd name="connsiteY10" fmla="*/ 92708 h 172939"/>
                  <a:gd name="connsiteX11" fmla="*/ 125833 w 1598614"/>
                  <a:gd name="connsiteY11" fmla="*/ 29469 h 172939"/>
                  <a:gd name="connsiteX12" fmla="*/ 26887 w 1598614"/>
                  <a:gd name="connsiteY12" fmla="*/ 92708 h 172939"/>
                  <a:gd name="connsiteX13" fmla="*/ 0 w 1598614"/>
                  <a:gd name="connsiteY13" fmla="*/ 80232 h 172939"/>
                  <a:gd name="connsiteX14" fmla="*/ 125618 w 1598614"/>
                  <a:gd name="connsiteY14" fmla="*/ 0 h 172939"/>
                  <a:gd name="connsiteX15" fmla="*/ 251235 w 1598614"/>
                  <a:gd name="connsiteY15" fmla="*/ 80232 h 172939"/>
                  <a:gd name="connsiteX16" fmla="*/ 350181 w 1598614"/>
                  <a:gd name="connsiteY16" fmla="*/ 143471 h 172939"/>
                  <a:gd name="connsiteX17" fmla="*/ 449126 w 1598614"/>
                  <a:gd name="connsiteY17" fmla="*/ 80232 h 172939"/>
                  <a:gd name="connsiteX18" fmla="*/ 574744 w 1598614"/>
                  <a:gd name="connsiteY18" fmla="*/ 0 h 172939"/>
                  <a:gd name="connsiteX19" fmla="*/ 700362 w 1598614"/>
                  <a:gd name="connsiteY19" fmla="*/ 80232 h 172939"/>
                  <a:gd name="connsiteX20" fmla="*/ 799307 w 1598614"/>
                  <a:gd name="connsiteY20" fmla="*/ 143471 h 172939"/>
                  <a:gd name="connsiteX21" fmla="*/ 799307 w 1598614"/>
                  <a:gd name="connsiteY21" fmla="*/ 143471 h 172939"/>
                  <a:gd name="connsiteX22" fmla="*/ 898253 w 1598614"/>
                  <a:gd name="connsiteY22" fmla="*/ 80232 h 172939"/>
                  <a:gd name="connsiteX23" fmla="*/ 1023870 w 1598614"/>
                  <a:gd name="connsiteY23" fmla="*/ 0 h 172939"/>
                  <a:gd name="connsiteX24" fmla="*/ 1149488 w 1598614"/>
                  <a:gd name="connsiteY24" fmla="*/ 80232 h 172939"/>
                  <a:gd name="connsiteX25" fmla="*/ 1248433 w 1598614"/>
                  <a:gd name="connsiteY25" fmla="*/ 143471 h 172939"/>
                  <a:gd name="connsiteX26" fmla="*/ 1347379 w 1598614"/>
                  <a:gd name="connsiteY26" fmla="*/ 80232 h 172939"/>
                  <a:gd name="connsiteX27" fmla="*/ 1472997 w 1598614"/>
                  <a:gd name="connsiteY27" fmla="*/ 0 h 172939"/>
                  <a:gd name="connsiteX28" fmla="*/ 1598614 w 1598614"/>
                  <a:gd name="connsiteY28" fmla="*/ 80232 h 172939"/>
                  <a:gd name="connsiteX29" fmla="*/ 1571942 w 1598614"/>
                  <a:gd name="connsiteY29" fmla="*/ 92708 h 172939"/>
                  <a:gd name="connsiteX30" fmla="*/ 1472997 w 1598614"/>
                  <a:gd name="connsiteY30" fmla="*/ 29469 h 172939"/>
                  <a:gd name="connsiteX31" fmla="*/ 1374051 w 1598614"/>
                  <a:gd name="connsiteY31" fmla="*/ 92708 h 172939"/>
                  <a:gd name="connsiteX32" fmla="*/ 1248648 w 1598614"/>
                  <a:gd name="connsiteY32" fmla="*/ 172939 h 1729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1598614" h="172939">
                    <a:moveTo>
                      <a:pt x="1248648" y="172939"/>
                    </a:moveTo>
                    <a:cubicBezTo>
                      <a:pt x="1194229" y="172939"/>
                      <a:pt x="1146046" y="142180"/>
                      <a:pt x="1123031" y="92708"/>
                    </a:cubicBezTo>
                    <a:cubicBezTo>
                      <a:pt x="1104962" y="53775"/>
                      <a:pt x="1067105" y="29469"/>
                      <a:pt x="1024085" y="29469"/>
                    </a:cubicBezTo>
                    <a:cubicBezTo>
                      <a:pt x="981066" y="29469"/>
                      <a:pt x="943208" y="53775"/>
                      <a:pt x="925140" y="92708"/>
                    </a:cubicBezTo>
                    <a:cubicBezTo>
                      <a:pt x="902124" y="142180"/>
                      <a:pt x="853942" y="172939"/>
                      <a:pt x="799522" y="172939"/>
                    </a:cubicBezTo>
                    <a:cubicBezTo>
                      <a:pt x="799522" y="172939"/>
                      <a:pt x="799522" y="172939"/>
                      <a:pt x="799522" y="172939"/>
                    </a:cubicBezTo>
                    <a:cubicBezTo>
                      <a:pt x="744887" y="172939"/>
                      <a:pt x="696920" y="142180"/>
                      <a:pt x="673905" y="92708"/>
                    </a:cubicBezTo>
                    <a:cubicBezTo>
                      <a:pt x="655836" y="53775"/>
                      <a:pt x="617979" y="29469"/>
                      <a:pt x="574959" y="29469"/>
                    </a:cubicBezTo>
                    <a:cubicBezTo>
                      <a:pt x="531939" y="29469"/>
                      <a:pt x="494082" y="53775"/>
                      <a:pt x="476014" y="92708"/>
                    </a:cubicBezTo>
                    <a:cubicBezTo>
                      <a:pt x="452998" y="142180"/>
                      <a:pt x="405031" y="172939"/>
                      <a:pt x="350396" y="172939"/>
                    </a:cubicBezTo>
                    <a:cubicBezTo>
                      <a:pt x="295976" y="172939"/>
                      <a:pt x="247794" y="142180"/>
                      <a:pt x="224778" y="92708"/>
                    </a:cubicBezTo>
                    <a:cubicBezTo>
                      <a:pt x="206710" y="53775"/>
                      <a:pt x="168853" y="29469"/>
                      <a:pt x="125833" y="29469"/>
                    </a:cubicBezTo>
                    <a:cubicBezTo>
                      <a:pt x="82813" y="29469"/>
                      <a:pt x="44956" y="53775"/>
                      <a:pt x="26887" y="92708"/>
                    </a:cubicBezTo>
                    <a:lnTo>
                      <a:pt x="0" y="80232"/>
                    </a:lnTo>
                    <a:cubicBezTo>
                      <a:pt x="23016" y="30759"/>
                      <a:pt x="70983" y="0"/>
                      <a:pt x="125618" y="0"/>
                    </a:cubicBezTo>
                    <a:cubicBezTo>
                      <a:pt x="180253" y="0"/>
                      <a:pt x="228220" y="30759"/>
                      <a:pt x="251235" y="80232"/>
                    </a:cubicBezTo>
                    <a:cubicBezTo>
                      <a:pt x="269304" y="119165"/>
                      <a:pt x="307376" y="143471"/>
                      <a:pt x="350181" y="143471"/>
                    </a:cubicBezTo>
                    <a:cubicBezTo>
                      <a:pt x="393201" y="143471"/>
                      <a:pt x="431058" y="119165"/>
                      <a:pt x="449126" y="80232"/>
                    </a:cubicBezTo>
                    <a:cubicBezTo>
                      <a:pt x="472142" y="30759"/>
                      <a:pt x="520324" y="0"/>
                      <a:pt x="574744" y="0"/>
                    </a:cubicBezTo>
                    <a:cubicBezTo>
                      <a:pt x="629164" y="0"/>
                      <a:pt x="677346" y="30759"/>
                      <a:pt x="700362" y="80232"/>
                    </a:cubicBezTo>
                    <a:cubicBezTo>
                      <a:pt x="718430" y="119165"/>
                      <a:pt x="756287" y="143471"/>
                      <a:pt x="799307" y="143471"/>
                    </a:cubicBezTo>
                    <a:lnTo>
                      <a:pt x="799307" y="143471"/>
                    </a:lnTo>
                    <a:cubicBezTo>
                      <a:pt x="842327" y="143471"/>
                      <a:pt x="880184" y="119165"/>
                      <a:pt x="898253" y="80232"/>
                    </a:cubicBezTo>
                    <a:cubicBezTo>
                      <a:pt x="921268" y="30759"/>
                      <a:pt x="969235" y="0"/>
                      <a:pt x="1023870" y="0"/>
                    </a:cubicBezTo>
                    <a:cubicBezTo>
                      <a:pt x="1078505" y="0"/>
                      <a:pt x="1126472" y="30759"/>
                      <a:pt x="1149488" y="80232"/>
                    </a:cubicBezTo>
                    <a:cubicBezTo>
                      <a:pt x="1167556" y="119165"/>
                      <a:pt x="1205414" y="143471"/>
                      <a:pt x="1248433" y="143471"/>
                    </a:cubicBezTo>
                    <a:cubicBezTo>
                      <a:pt x="1291453" y="143471"/>
                      <a:pt x="1329311" y="119165"/>
                      <a:pt x="1347379" y="80232"/>
                    </a:cubicBezTo>
                    <a:cubicBezTo>
                      <a:pt x="1370394" y="30759"/>
                      <a:pt x="1418361" y="0"/>
                      <a:pt x="1472997" y="0"/>
                    </a:cubicBezTo>
                    <a:cubicBezTo>
                      <a:pt x="1527632" y="0"/>
                      <a:pt x="1575814" y="30759"/>
                      <a:pt x="1598614" y="80232"/>
                    </a:cubicBezTo>
                    <a:lnTo>
                      <a:pt x="1571942" y="92708"/>
                    </a:lnTo>
                    <a:cubicBezTo>
                      <a:pt x="1553874" y="53775"/>
                      <a:pt x="1515801" y="29469"/>
                      <a:pt x="1472997" y="29469"/>
                    </a:cubicBezTo>
                    <a:cubicBezTo>
                      <a:pt x="1429977" y="29469"/>
                      <a:pt x="1392119" y="53775"/>
                      <a:pt x="1374051" y="92708"/>
                    </a:cubicBezTo>
                    <a:cubicBezTo>
                      <a:pt x="1351251" y="142180"/>
                      <a:pt x="1303069" y="172939"/>
                      <a:pt x="1248648" y="172939"/>
                    </a:cubicBezTo>
                    <a:close/>
                  </a:path>
                </a:pathLst>
              </a:custGeom>
              <a:grpFill/>
              <a:ln w="2149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15" name="Freeform: Shape 65">
                <a:extLst>
                  <a:ext uri="{FF2B5EF4-FFF2-40B4-BE49-F238E27FC236}">
                    <a16:creationId xmlns:a16="http://schemas.microsoft.com/office/drawing/2014/main" id="{82FD8094-5F5E-411D-96E3-0D8E76B94F5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2504802" y="1755501"/>
                <a:ext cx="1598829" cy="172724"/>
              </a:xfrm>
              <a:custGeom>
                <a:avLst/>
                <a:gdLst>
                  <a:gd name="connsiteX0" fmla="*/ 1248648 w 1598829"/>
                  <a:gd name="connsiteY0" fmla="*/ 172724 h 172724"/>
                  <a:gd name="connsiteX1" fmla="*/ 1123031 w 1598829"/>
                  <a:gd name="connsiteY1" fmla="*/ 92492 h 172724"/>
                  <a:gd name="connsiteX2" fmla="*/ 1024085 w 1598829"/>
                  <a:gd name="connsiteY2" fmla="*/ 29253 h 172724"/>
                  <a:gd name="connsiteX3" fmla="*/ 925140 w 1598829"/>
                  <a:gd name="connsiteY3" fmla="*/ 92492 h 172724"/>
                  <a:gd name="connsiteX4" fmla="*/ 799522 w 1598829"/>
                  <a:gd name="connsiteY4" fmla="*/ 172724 h 172724"/>
                  <a:gd name="connsiteX5" fmla="*/ 799522 w 1598829"/>
                  <a:gd name="connsiteY5" fmla="*/ 172724 h 172724"/>
                  <a:gd name="connsiteX6" fmla="*/ 673905 w 1598829"/>
                  <a:gd name="connsiteY6" fmla="*/ 92492 h 172724"/>
                  <a:gd name="connsiteX7" fmla="*/ 574959 w 1598829"/>
                  <a:gd name="connsiteY7" fmla="*/ 29253 h 172724"/>
                  <a:gd name="connsiteX8" fmla="*/ 476014 w 1598829"/>
                  <a:gd name="connsiteY8" fmla="*/ 92492 h 172724"/>
                  <a:gd name="connsiteX9" fmla="*/ 350396 w 1598829"/>
                  <a:gd name="connsiteY9" fmla="*/ 172724 h 172724"/>
                  <a:gd name="connsiteX10" fmla="*/ 224778 w 1598829"/>
                  <a:gd name="connsiteY10" fmla="*/ 92492 h 172724"/>
                  <a:gd name="connsiteX11" fmla="*/ 125833 w 1598829"/>
                  <a:gd name="connsiteY11" fmla="*/ 29253 h 172724"/>
                  <a:gd name="connsiteX12" fmla="*/ 26887 w 1598829"/>
                  <a:gd name="connsiteY12" fmla="*/ 92492 h 172724"/>
                  <a:gd name="connsiteX13" fmla="*/ 0 w 1598829"/>
                  <a:gd name="connsiteY13" fmla="*/ 80232 h 172724"/>
                  <a:gd name="connsiteX14" fmla="*/ 125618 w 1598829"/>
                  <a:gd name="connsiteY14" fmla="*/ 0 h 172724"/>
                  <a:gd name="connsiteX15" fmla="*/ 251235 w 1598829"/>
                  <a:gd name="connsiteY15" fmla="*/ 80232 h 172724"/>
                  <a:gd name="connsiteX16" fmla="*/ 350181 w 1598829"/>
                  <a:gd name="connsiteY16" fmla="*/ 143471 h 172724"/>
                  <a:gd name="connsiteX17" fmla="*/ 449126 w 1598829"/>
                  <a:gd name="connsiteY17" fmla="*/ 80232 h 172724"/>
                  <a:gd name="connsiteX18" fmla="*/ 574744 w 1598829"/>
                  <a:gd name="connsiteY18" fmla="*/ 0 h 172724"/>
                  <a:gd name="connsiteX19" fmla="*/ 700362 w 1598829"/>
                  <a:gd name="connsiteY19" fmla="*/ 80232 h 172724"/>
                  <a:gd name="connsiteX20" fmla="*/ 799307 w 1598829"/>
                  <a:gd name="connsiteY20" fmla="*/ 143471 h 172724"/>
                  <a:gd name="connsiteX21" fmla="*/ 799307 w 1598829"/>
                  <a:gd name="connsiteY21" fmla="*/ 143471 h 172724"/>
                  <a:gd name="connsiteX22" fmla="*/ 898253 w 1598829"/>
                  <a:gd name="connsiteY22" fmla="*/ 80232 h 172724"/>
                  <a:gd name="connsiteX23" fmla="*/ 1024085 w 1598829"/>
                  <a:gd name="connsiteY23" fmla="*/ 0 h 172724"/>
                  <a:gd name="connsiteX24" fmla="*/ 1149703 w 1598829"/>
                  <a:gd name="connsiteY24" fmla="*/ 80232 h 172724"/>
                  <a:gd name="connsiteX25" fmla="*/ 1248648 w 1598829"/>
                  <a:gd name="connsiteY25" fmla="*/ 143471 h 172724"/>
                  <a:gd name="connsiteX26" fmla="*/ 1347594 w 1598829"/>
                  <a:gd name="connsiteY26" fmla="*/ 80232 h 172724"/>
                  <a:gd name="connsiteX27" fmla="*/ 1473212 w 1598829"/>
                  <a:gd name="connsiteY27" fmla="*/ 0 h 172724"/>
                  <a:gd name="connsiteX28" fmla="*/ 1598829 w 1598829"/>
                  <a:gd name="connsiteY28" fmla="*/ 80232 h 172724"/>
                  <a:gd name="connsiteX29" fmla="*/ 1572157 w 1598829"/>
                  <a:gd name="connsiteY29" fmla="*/ 92492 h 172724"/>
                  <a:gd name="connsiteX30" fmla="*/ 1473212 w 1598829"/>
                  <a:gd name="connsiteY30" fmla="*/ 29253 h 172724"/>
                  <a:gd name="connsiteX31" fmla="*/ 1374266 w 1598829"/>
                  <a:gd name="connsiteY31" fmla="*/ 92492 h 172724"/>
                  <a:gd name="connsiteX32" fmla="*/ 1248648 w 1598829"/>
                  <a:gd name="connsiteY32" fmla="*/ 172724 h 172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1598829" h="172724">
                    <a:moveTo>
                      <a:pt x="1248648" y="172724"/>
                    </a:moveTo>
                    <a:cubicBezTo>
                      <a:pt x="1194229" y="172724"/>
                      <a:pt x="1146046" y="141965"/>
                      <a:pt x="1123031" y="92492"/>
                    </a:cubicBezTo>
                    <a:cubicBezTo>
                      <a:pt x="1104962" y="53560"/>
                      <a:pt x="1067105" y="29253"/>
                      <a:pt x="1024085" y="29253"/>
                    </a:cubicBezTo>
                    <a:cubicBezTo>
                      <a:pt x="981066" y="29253"/>
                      <a:pt x="943208" y="53560"/>
                      <a:pt x="925140" y="92492"/>
                    </a:cubicBezTo>
                    <a:cubicBezTo>
                      <a:pt x="902124" y="141965"/>
                      <a:pt x="853942" y="172724"/>
                      <a:pt x="799522" y="172724"/>
                    </a:cubicBezTo>
                    <a:cubicBezTo>
                      <a:pt x="799522" y="172724"/>
                      <a:pt x="799522" y="172724"/>
                      <a:pt x="799522" y="172724"/>
                    </a:cubicBezTo>
                    <a:cubicBezTo>
                      <a:pt x="744887" y="172724"/>
                      <a:pt x="696920" y="141965"/>
                      <a:pt x="673905" y="92492"/>
                    </a:cubicBezTo>
                    <a:cubicBezTo>
                      <a:pt x="655836" y="53560"/>
                      <a:pt x="617979" y="29253"/>
                      <a:pt x="574959" y="29253"/>
                    </a:cubicBezTo>
                    <a:cubicBezTo>
                      <a:pt x="531939" y="29253"/>
                      <a:pt x="494082" y="53560"/>
                      <a:pt x="476014" y="92492"/>
                    </a:cubicBezTo>
                    <a:cubicBezTo>
                      <a:pt x="452998" y="141965"/>
                      <a:pt x="405031" y="172724"/>
                      <a:pt x="350396" y="172724"/>
                    </a:cubicBezTo>
                    <a:cubicBezTo>
                      <a:pt x="295976" y="172724"/>
                      <a:pt x="247794" y="141965"/>
                      <a:pt x="224778" y="92492"/>
                    </a:cubicBezTo>
                    <a:cubicBezTo>
                      <a:pt x="206710" y="53560"/>
                      <a:pt x="168853" y="29253"/>
                      <a:pt x="125833" y="29253"/>
                    </a:cubicBezTo>
                    <a:cubicBezTo>
                      <a:pt x="82813" y="29253"/>
                      <a:pt x="44956" y="53560"/>
                      <a:pt x="26887" y="92492"/>
                    </a:cubicBezTo>
                    <a:lnTo>
                      <a:pt x="0" y="80232"/>
                    </a:lnTo>
                    <a:cubicBezTo>
                      <a:pt x="23016" y="30759"/>
                      <a:pt x="70983" y="0"/>
                      <a:pt x="125618" y="0"/>
                    </a:cubicBezTo>
                    <a:cubicBezTo>
                      <a:pt x="180253" y="0"/>
                      <a:pt x="228220" y="30759"/>
                      <a:pt x="251235" y="80232"/>
                    </a:cubicBezTo>
                    <a:cubicBezTo>
                      <a:pt x="269304" y="119165"/>
                      <a:pt x="307376" y="143471"/>
                      <a:pt x="350181" y="143471"/>
                    </a:cubicBezTo>
                    <a:cubicBezTo>
                      <a:pt x="393201" y="143471"/>
                      <a:pt x="431058" y="119165"/>
                      <a:pt x="449126" y="80232"/>
                    </a:cubicBezTo>
                    <a:cubicBezTo>
                      <a:pt x="472142" y="30759"/>
                      <a:pt x="520324" y="0"/>
                      <a:pt x="574744" y="0"/>
                    </a:cubicBezTo>
                    <a:cubicBezTo>
                      <a:pt x="629164" y="0"/>
                      <a:pt x="677346" y="30759"/>
                      <a:pt x="700362" y="80232"/>
                    </a:cubicBezTo>
                    <a:cubicBezTo>
                      <a:pt x="718430" y="119165"/>
                      <a:pt x="756287" y="143471"/>
                      <a:pt x="799307" y="143471"/>
                    </a:cubicBezTo>
                    <a:lnTo>
                      <a:pt x="799307" y="143471"/>
                    </a:lnTo>
                    <a:cubicBezTo>
                      <a:pt x="842327" y="143471"/>
                      <a:pt x="880184" y="119165"/>
                      <a:pt x="898253" y="80232"/>
                    </a:cubicBezTo>
                    <a:cubicBezTo>
                      <a:pt x="921483" y="30759"/>
                      <a:pt x="969450" y="0"/>
                      <a:pt x="1024085" y="0"/>
                    </a:cubicBezTo>
                    <a:cubicBezTo>
                      <a:pt x="1078720" y="0"/>
                      <a:pt x="1126688" y="30759"/>
                      <a:pt x="1149703" y="80232"/>
                    </a:cubicBezTo>
                    <a:cubicBezTo>
                      <a:pt x="1167771" y="119165"/>
                      <a:pt x="1205629" y="143471"/>
                      <a:pt x="1248648" y="143471"/>
                    </a:cubicBezTo>
                    <a:cubicBezTo>
                      <a:pt x="1291668" y="143471"/>
                      <a:pt x="1329526" y="119165"/>
                      <a:pt x="1347594" y="80232"/>
                    </a:cubicBezTo>
                    <a:cubicBezTo>
                      <a:pt x="1370610" y="30759"/>
                      <a:pt x="1418792" y="0"/>
                      <a:pt x="1473212" y="0"/>
                    </a:cubicBezTo>
                    <a:cubicBezTo>
                      <a:pt x="1527847" y="0"/>
                      <a:pt x="1576029" y="30759"/>
                      <a:pt x="1598829" y="80232"/>
                    </a:cubicBezTo>
                    <a:lnTo>
                      <a:pt x="1572157" y="92492"/>
                    </a:lnTo>
                    <a:cubicBezTo>
                      <a:pt x="1554089" y="53560"/>
                      <a:pt x="1516016" y="29253"/>
                      <a:pt x="1473212" y="29253"/>
                    </a:cubicBezTo>
                    <a:cubicBezTo>
                      <a:pt x="1430192" y="29253"/>
                      <a:pt x="1392335" y="53560"/>
                      <a:pt x="1374266" y="92492"/>
                    </a:cubicBezTo>
                    <a:cubicBezTo>
                      <a:pt x="1351251" y="141965"/>
                      <a:pt x="1303069" y="172724"/>
                      <a:pt x="1248648" y="172724"/>
                    </a:cubicBezTo>
                    <a:close/>
                  </a:path>
                </a:pathLst>
              </a:custGeom>
              <a:grpFill/>
              <a:ln w="2149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416" name="Graphic 190">
              <a:extLst>
                <a:ext uri="{FF2B5EF4-FFF2-40B4-BE49-F238E27FC236}">
                  <a16:creationId xmlns:a16="http://schemas.microsoft.com/office/drawing/2014/main" id="{F3FB933A-7D1C-4A1F-9589-2006261FD9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6491531" y="1420258"/>
              <a:ext cx="1598829" cy="531293"/>
              <a:chOff x="2504802" y="1755501"/>
              <a:chExt cx="1598829" cy="531293"/>
            </a:xfrm>
            <a:grpFill/>
          </p:grpSpPr>
          <p:sp>
            <p:nvSpPr>
              <p:cNvPr id="63" name="Freeform: Shape 62">
                <a:extLst>
                  <a:ext uri="{FF2B5EF4-FFF2-40B4-BE49-F238E27FC236}">
                    <a16:creationId xmlns:a16="http://schemas.microsoft.com/office/drawing/2014/main" id="{965C4036-D195-4D1E-B436-A03795967C2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2504802" y="2113855"/>
                <a:ext cx="1598614" cy="172939"/>
              </a:xfrm>
              <a:custGeom>
                <a:avLst/>
                <a:gdLst>
                  <a:gd name="connsiteX0" fmla="*/ 1248648 w 1598614"/>
                  <a:gd name="connsiteY0" fmla="*/ 172939 h 172939"/>
                  <a:gd name="connsiteX1" fmla="*/ 1123031 w 1598614"/>
                  <a:gd name="connsiteY1" fmla="*/ 92708 h 172939"/>
                  <a:gd name="connsiteX2" fmla="*/ 1024085 w 1598614"/>
                  <a:gd name="connsiteY2" fmla="*/ 29469 h 172939"/>
                  <a:gd name="connsiteX3" fmla="*/ 925140 w 1598614"/>
                  <a:gd name="connsiteY3" fmla="*/ 92708 h 172939"/>
                  <a:gd name="connsiteX4" fmla="*/ 799522 w 1598614"/>
                  <a:gd name="connsiteY4" fmla="*/ 172939 h 172939"/>
                  <a:gd name="connsiteX5" fmla="*/ 799522 w 1598614"/>
                  <a:gd name="connsiteY5" fmla="*/ 172939 h 172939"/>
                  <a:gd name="connsiteX6" fmla="*/ 673905 w 1598614"/>
                  <a:gd name="connsiteY6" fmla="*/ 92708 h 172939"/>
                  <a:gd name="connsiteX7" fmla="*/ 574959 w 1598614"/>
                  <a:gd name="connsiteY7" fmla="*/ 29469 h 172939"/>
                  <a:gd name="connsiteX8" fmla="*/ 476014 w 1598614"/>
                  <a:gd name="connsiteY8" fmla="*/ 92708 h 172939"/>
                  <a:gd name="connsiteX9" fmla="*/ 350396 w 1598614"/>
                  <a:gd name="connsiteY9" fmla="*/ 172939 h 172939"/>
                  <a:gd name="connsiteX10" fmla="*/ 224778 w 1598614"/>
                  <a:gd name="connsiteY10" fmla="*/ 92708 h 172939"/>
                  <a:gd name="connsiteX11" fmla="*/ 125833 w 1598614"/>
                  <a:gd name="connsiteY11" fmla="*/ 29469 h 172939"/>
                  <a:gd name="connsiteX12" fmla="*/ 26887 w 1598614"/>
                  <a:gd name="connsiteY12" fmla="*/ 92708 h 172939"/>
                  <a:gd name="connsiteX13" fmla="*/ 0 w 1598614"/>
                  <a:gd name="connsiteY13" fmla="*/ 80232 h 172939"/>
                  <a:gd name="connsiteX14" fmla="*/ 125618 w 1598614"/>
                  <a:gd name="connsiteY14" fmla="*/ 0 h 172939"/>
                  <a:gd name="connsiteX15" fmla="*/ 251235 w 1598614"/>
                  <a:gd name="connsiteY15" fmla="*/ 80232 h 172939"/>
                  <a:gd name="connsiteX16" fmla="*/ 350181 w 1598614"/>
                  <a:gd name="connsiteY16" fmla="*/ 143471 h 172939"/>
                  <a:gd name="connsiteX17" fmla="*/ 449126 w 1598614"/>
                  <a:gd name="connsiteY17" fmla="*/ 80232 h 172939"/>
                  <a:gd name="connsiteX18" fmla="*/ 574744 w 1598614"/>
                  <a:gd name="connsiteY18" fmla="*/ 0 h 172939"/>
                  <a:gd name="connsiteX19" fmla="*/ 700362 w 1598614"/>
                  <a:gd name="connsiteY19" fmla="*/ 80232 h 172939"/>
                  <a:gd name="connsiteX20" fmla="*/ 799307 w 1598614"/>
                  <a:gd name="connsiteY20" fmla="*/ 143471 h 172939"/>
                  <a:gd name="connsiteX21" fmla="*/ 799307 w 1598614"/>
                  <a:gd name="connsiteY21" fmla="*/ 143471 h 172939"/>
                  <a:gd name="connsiteX22" fmla="*/ 898253 w 1598614"/>
                  <a:gd name="connsiteY22" fmla="*/ 80232 h 172939"/>
                  <a:gd name="connsiteX23" fmla="*/ 1023870 w 1598614"/>
                  <a:gd name="connsiteY23" fmla="*/ 0 h 172939"/>
                  <a:gd name="connsiteX24" fmla="*/ 1149488 w 1598614"/>
                  <a:gd name="connsiteY24" fmla="*/ 80232 h 172939"/>
                  <a:gd name="connsiteX25" fmla="*/ 1248433 w 1598614"/>
                  <a:gd name="connsiteY25" fmla="*/ 143471 h 172939"/>
                  <a:gd name="connsiteX26" fmla="*/ 1347379 w 1598614"/>
                  <a:gd name="connsiteY26" fmla="*/ 80232 h 172939"/>
                  <a:gd name="connsiteX27" fmla="*/ 1472997 w 1598614"/>
                  <a:gd name="connsiteY27" fmla="*/ 0 h 172939"/>
                  <a:gd name="connsiteX28" fmla="*/ 1598614 w 1598614"/>
                  <a:gd name="connsiteY28" fmla="*/ 80232 h 172939"/>
                  <a:gd name="connsiteX29" fmla="*/ 1571942 w 1598614"/>
                  <a:gd name="connsiteY29" fmla="*/ 92708 h 172939"/>
                  <a:gd name="connsiteX30" fmla="*/ 1472997 w 1598614"/>
                  <a:gd name="connsiteY30" fmla="*/ 29469 h 172939"/>
                  <a:gd name="connsiteX31" fmla="*/ 1374051 w 1598614"/>
                  <a:gd name="connsiteY31" fmla="*/ 92708 h 172939"/>
                  <a:gd name="connsiteX32" fmla="*/ 1248648 w 1598614"/>
                  <a:gd name="connsiteY32" fmla="*/ 172939 h 1729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1598614" h="172939">
                    <a:moveTo>
                      <a:pt x="1248648" y="172939"/>
                    </a:moveTo>
                    <a:cubicBezTo>
                      <a:pt x="1194229" y="172939"/>
                      <a:pt x="1146046" y="142180"/>
                      <a:pt x="1123031" y="92708"/>
                    </a:cubicBezTo>
                    <a:cubicBezTo>
                      <a:pt x="1104962" y="53775"/>
                      <a:pt x="1067105" y="29469"/>
                      <a:pt x="1024085" y="29469"/>
                    </a:cubicBezTo>
                    <a:cubicBezTo>
                      <a:pt x="981066" y="29469"/>
                      <a:pt x="943208" y="53775"/>
                      <a:pt x="925140" y="92708"/>
                    </a:cubicBezTo>
                    <a:cubicBezTo>
                      <a:pt x="902124" y="142180"/>
                      <a:pt x="853942" y="172939"/>
                      <a:pt x="799522" y="172939"/>
                    </a:cubicBezTo>
                    <a:cubicBezTo>
                      <a:pt x="799522" y="172939"/>
                      <a:pt x="799522" y="172939"/>
                      <a:pt x="799522" y="172939"/>
                    </a:cubicBezTo>
                    <a:cubicBezTo>
                      <a:pt x="744887" y="172939"/>
                      <a:pt x="696920" y="142180"/>
                      <a:pt x="673905" y="92708"/>
                    </a:cubicBezTo>
                    <a:cubicBezTo>
                      <a:pt x="655836" y="53775"/>
                      <a:pt x="617979" y="29469"/>
                      <a:pt x="574959" y="29469"/>
                    </a:cubicBezTo>
                    <a:cubicBezTo>
                      <a:pt x="531939" y="29469"/>
                      <a:pt x="494082" y="53775"/>
                      <a:pt x="476014" y="92708"/>
                    </a:cubicBezTo>
                    <a:cubicBezTo>
                      <a:pt x="452998" y="142180"/>
                      <a:pt x="405031" y="172939"/>
                      <a:pt x="350396" y="172939"/>
                    </a:cubicBezTo>
                    <a:cubicBezTo>
                      <a:pt x="295976" y="172939"/>
                      <a:pt x="247794" y="142180"/>
                      <a:pt x="224778" y="92708"/>
                    </a:cubicBezTo>
                    <a:cubicBezTo>
                      <a:pt x="206710" y="53775"/>
                      <a:pt x="168853" y="29469"/>
                      <a:pt x="125833" y="29469"/>
                    </a:cubicBezTo>
                    <a:cubicBezTo>
                      <a:pt x="82813" y="29469"/>
                      <a:pt x="44956" y="53775"/>
                      <a:pt x="26887" y="92708"/>
                    </a:cubicBezTo>
                    <a:lnTo>
                      <a:pt x="0" y="80232"/>
                    </a:lnTo>
                    <a:cubicBezTo>
                      <a:pt x="23016" y="30759"/>
                      <a:pt x="70983" y="0"/>
                      <a:pt x="125618" y="0"/>
                    </a:cubicBezTo>
                    <a:cubicBezTo>
                      <a:pt x="180253" y="0"/>
                      <a:pt x="228220" y="30759"/>
                      <a:pt x="251235" y="80232"/>
                    </a:cubicBezTo>
                    <a:cubicBezTo>
                      <a:pt x="269304" y="119165"/>
                      <a:pt x="307376" y="143471"/>
                      <a:pt x="350181" y="143471"/>
                    </a:cubicBezTo>
                    <a:cubicBezTo>
                      <a:pt x="393201" y="143471"/>
                      <a:pt x="431058" y="119165"/>
                      <a:pt x="449126" y="80232"/>
                    </a:cubicBezTo>
                    <a:cubicBezTo>
                      <a:pt x="472142" y="30759"/>
                      <a:pt x="520324" y="0"/>
                      <a:pt x="574744" y="0"/>
                    </a:cubicBezTo>
                    <a:cubicBezTo>
                      <a:pt x="629164" y="0"/>
                      <a:pt x="677346" y="30759"/>
                      <a:pt x="700362" y="80232"/>
                    </a:cubicBezTo>
                    <a:cubicBezTo>
                      <a:pt x="718430" y="119165"/>
                      <a:pt x="756287" y="143471"/>
                      <a:pt x="799307" y="143471"/>
                    </a:cubicBezTo>
                    <a:lnTo>
                      <a:pt x="799307" y="143471"/>
                    </a:lnTo>
                    <a:cubicBezTo>
                      <a:pt x="842327" y="143471"/>
                      <a:pt x="880184" y="119165"/>
                      <a:pt x="898253" y="80232"/>
                    </a:cubicBezTo>
                    <a:cubicBezTo>
                      <a:pt x="921268" y="30759"/>
                      <a:pt x="969235" y="0"/>
                      <a:pt x="1023870" y="0"/>
                    </a:cubicBezTo>
                    <a:cubicBezTo>
                      <a:pt x="1078505" y="0"/>
                      <a:pt x="1126472" y="30759"/>
                      <a:pt x="1149488" y="80232"/>
                    </a:cubicBezTo>
                    <a:cubicBezTo>
                      <a:pt x="1167556" y="119165"/>
                      <a:pt x="1205414" y="143471"/>
                      <a:pt x="1248433" y="143471"/>
                    </a:cubicBezTo>
                    <a:cubicBezTo>
                      <a:pt x="1291453" y="143471"/>
                      <a:pt x="1329311" y="119165"/>
                      <a:pt x="1347379" y="80232"/>
                    </a:cubicBezTo>
                    <a:cubicBezTo>
                      <a:pt x="1370394" y="30759"/>
                      <a:pt x="1418361" y="0"/>
                      <a:pt x="1472997" y="0"/>
                    </a:cubicBezTo>
                    <a:cubicBezTo>
                      <a:pt x="1527632" y="0"/>
                      <a:pt x="1575814" y="30759"/>
                      <a:pt x="1598614" y="80232"/>
                    </a:cubicBezTo>
                    <a:lnTo>
                      <a:pt x="1571942" y="92708"/>
                    </a:lnTo>
                    <a:cubicBezTo>
                      <a:pt x="1553874" y="53775"/>
                      <a:pt x="1515801" y="29469"/>
                      <a:pt x="1472997" y="29469"/>
                    </a:cubicBezTo>
                    <a:cubicBezTo>
                      <a:pt x="1429977" y="29469"/>
                      <a:pt x="1392119" y="53775"/>
                      <a:pt x="1374051" y="92708"/>
                    </a:cubicBezTo>
                    <a:cubicBezTo>
                      <a:pt x="1351251" y="142180"/>
                      <a:pt x="1303069" y="172939"/>
                      <a:pt x="1248648" y="172939"/>
                    </a:cubicBezTo>
                    <a:close/>
                  </a:path>
                </a:pathLst>
              </a:custGeom>
              <a:grpFill/>
              <a:ln w="2149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17" name="Freeform: Shape 63">
                <a:extLst>
                  <a:ext uri="{FF2B5EF4-FFF2-40B4-BE49-F238E27FC236}">
                    <a16:creationId xmlns:a16="http://schemas.microsoft.com/office/drawing/2014/main" id="{54F38E9F-35FC-437D-BE4E-33FDF605653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2504802" y="1755501"/>
                <a:ext cx="1598829" cy="172724"/>
              </a:xfrm>
              <a:custGeom>
                <a:avLst/>
                <a:gdLst>
                  <a:gd name="connsiteX0" fmla="*/ 1248648 w 1598829"/>
                  <a:gd name="connsiteY0" fmla="*/ 172724 h 172724"/>
                  <a:gd name="connsiteX1" fmla="*/ 1123031 w 1598829"/>
                  <a:gd name="connsiteY1" fmla="*/ 92492 h 172724"/>
                  <a:gd name="connsiteX2" fmla="*/ 1024085 w 1598829"/>
                  <a:gd name="connsiteY2" fmla="*/ 29253 h 172724"/>
                  <a:gd name="connsiteX3" fmla="*/ 925140 w 1598829"/>
                  <a:gd name="connsiteY3" fmla="*/ 92492 h 172724"/>
                  <a:gd name="connsiteX4" fmla="*/ 799522 w 1598829"/>
                  <a:gd name="connsiteY4" fmla="*/ 172724 h 172724"/>
                  <a:gd name="connsiteX5" fmla="*/ 799522 w 1598829"/>
                  <a:gd name="connsiteY5" fmla="*/ 172724 h 172724"/>
                  <a:gd name="connsiteX6" fmla="*/ 673905 w 1598829"/>
                  <a:gd name="connsiteY6" fmla="*/ 92492 h 172724"/>
                  <a:gd name="connsiteX7" fmla="*/ 574959 w 1598829"/>
                  <a:gd name="connsiteY7" fmla="*/ 29253 h 172724"/>
                  <a:gd name="connsiteX8" fmla="*/ 476014 w 1598829"/>
                  <a:gd name="connsiteY8" fmla="*/ 92492 h 172724"/>
                  <a:gd name="connsiteX9" fmla="*/ 350396 w 1598829"/>
                  <a:gd name="connsiteY9" fmla="*/ 172724 h 172724"/>
                  <a:gd name="connsiteX10" fmla="*/ 224778 w 1598829"/>
                  <a:gd name="connsiteY10" fmla="*/ 92492 h 172724"/>
                  <a:gd name="connsiteX11" fmla="*/ 125833 w 1598829"/>
                  <a:gd name="connsiteY11" fmla="*/ 29253 h 172724"/>
                  <a:gd name="connsiteX12" fmla="*/ 26887 w 1598829"/>
                  <a:gd name="connsiteY12" fmla="*/ 92492 h 172724"/>
                  <a:gd name="connsiteX13" fmla="*/ 0 w 1598829"/>
                  <a:gd name="connsiteY13" fmla="*/ 80232 h 172724"/>
                  <a:gd name="connsiteX14" fmla="*/ 125618 w 1598829"/>
                  <a:gd name="connsiteY14" fmla="*/ 0 h 172724"/>
                  <a:gd name="connsiteX15" fmla="*/ 251235 w 1598829"/>
                  <a:gd name="connsiteY15" fmla="*/ 80232 h 172724"/>
                  <a:gd name="connsiteX16" fmla="*/ 350181 w 1598829"/>
                  <a:gd name="connsiteY16" fmla="*/ 143471 h 172724"/>
                  <a:gd name="connsiteX17" fmla="*/ 449126 w 1598829"/>
                  <a:gd name="connsiteY17" fmla="*/ 80232 h 172724"/>
                  <a:gd name="connsiteX18" fmla="*/ 574744 w 1598829"/>
                  <a:gd name="connsiteY18" fmla="*/ 0 h 172724"/>
                  <a:gd name="connsiteX19" fmla="*/ 700362 w 1598829"/>
                  <a:gd name="connsiteY19" fmla="*/ 80232 h 172724"/>
                  <a:gd name="connsiteX20" fmla="*/ 799307 w 1598829"/>
                  <a:gd name="connsiteY20" fmla="*/ 143471 h 172724"/>
                  <a:gd name="connsiteX21" fmla="*/ 799307 w 1598829"/>
                  <a:gd name="connsiteY21" fmla="*/ 143471 h 172724"/>
                  <a:gd name="connsiteX22" fmla="*/ 898253 w 1598829"/>
                  <a:gd name="connsiteY22" fmla="*/ 80232 h 172724"/>
                  <a:gd name="connsiteX23" fmla="*/ 1024085 w 1598829"/>
                  <a:gd name="connsiteY23" fmla="*/ 0 h 172724"/>
                  <a:gd name="connsiteX24" fmla="*/ 1149703 w 1598829"/>
                  <a:gd name="connsiteY24" fmla="*/ 80232 h 172724"/>
                  <a:gd name="connsiteX25" fmla="*/ 1248648 w 1598829"/>
                  <a:gd name="connsiteY25" fmla="*/ 143471 h 172724"/>
                  <a:gd name="connsiteX26" fmla="*/ 1347594 w 1598829"/>
                  <a:gd name="connsiteY26" fmla="*/ 80232 h 172724"/>
                  <a:gd name="connsiteX27" fmla="*/ 1473212 w 1598829"/>
                  <a:gd name="connsiteY27" fmla="*/ 0 h 172724"/>
                  <a:gd name="connsiteX28" fmla="*/ 1598829 w 1598829"/>
                  <a:gd name="connsiteY28" fmla="*/ 80232 h 172724"/>
                  <a:gd name="connsiteX29" fmla="*/ 1572157 w 1598829"/>
                  <a:gd name="connsiteY29" fmla="*/ 92492 h 172724"/>
                  <a:gd name="connsiteX30" fmla="*/ 1473212 w 1598829"/>
                  <a:gd name="connsiteY30" fmla="*/ 29253 h 172724"/>
                  <a:gd name="connsiteX31" fmla="*/ 1374266 w 1598829"/>
                  <a:gd name="connsiteY31" fmla="*/ 92492 h 172724"/>
                  <a:gd name="connsiteX32" fmla="*/ 1248648 w 1598829"/>
                  <a:gd name="connsiteY32" fmla="*/ 172724 h 172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1598829" h="172724">
                    <a:moveTo>
                      <a:pt x="1248648" y="172724"/>
                    </a:moveTo>
                    <a:cubicBezTo>
                      <a:pt x="1194229" y="172724"/>
                      <a:pt x="1146046" y="141965"/>
                      <a:pt x="1123031" y="92492"/>
                    </a:cubicBezTo>
                    <a:cubicBezTo>
                      <a:pt x="1104962" y="53560"/>
                      <a:pt x="1067105" y="29253"/>
                      <a:pt x="1024085" y="29253"/>
                    </a:cubicBezTo>
                    <a:cubicBezTo>
                      <a:pt x="981066" y="29253"/>
                      <a:pt x="943208" y="53560"/>
                      <a:pt x="925140" y="92492"/>
                    </a:cubicBezTo>
                    <a:cubicBezTo>
                      <a:pt x="902124" y="141965"/>
                      <a:pt x="853942" y="172724"/>
                      <a:pt x="799522" y="172724"/>
                    </a:cubicBezTo>
                    <a:cubicBezTo>
                      <a:pt x="799522" y="172724"/>
                      <a:pt x="799522" y="172724"/>
                      <a:pt x="799522" y="172724"/>
                    </a:cubicBezTo>
                    <a:cubicBezTo>
                      <a:pt x="744887" y="172724"/>
                      <a:pt x="696920" y="141965"/>
                      <a:pt x="673905" y="92492"/>
                    </a:cubicBezTo>
                    <a:cubicBezTo>
                      <a:pt x="655836" y="53560"/>
                      <a:pt x="617979" y="29253"/>
                      <a:pt x="574959" y="29253"/>
                    </a:cubicBezTo>
                    <a:cubicBezTo>
                      <a:pt x="531939" y="29253"/>
                      <a:pt x="494082" y="53560"/>
                      <a:pt x="476014" y="92492"/>
                    </a:cubicBezTo>
                    <a:cubicBezTo>
                      <a:pt x="452998" y="141965"/>
                      <a:pt x="405031" y="172724"/>
                      <a:pt x="350396" y="172724"/>
                    </a:cubicBezTo>
                    <a:cubicBezTo>
                      <a:pt x="295976" y="172724"/>
                      <a:pt x="247794" y="141965"/>
                      <a:pt x="224778" y="92492"/>
                    </a:cubicBezTo>
                    <a:cubicBezTo>
                      <a:pt x="206710" y="53560"/>
                      <a:pt x="168853" y="29253"/>
                      <a:pt x="125833" y="29253"/>
                    </a:cubicBezTo>
                    <a:cubicBezTo>
                      <a:pt x="82813" y="29253"/>
                      <a:pt x="44956" y="53560"/>
                      <a:pt x="26887" y="92492"/>
                    </a:cubicBezTo>
                    <a:lnTo>
                      <a:pt x="0" y="80232"/>
                    </a:lnTo>
                    <a:cubicBezTo>
                      <a:pt x="23016" y="30759"/>
                      <a:pt x="70983" y="0"/>
                      <a:pt x="125618" y="0"/>
                    </a:cubicBezTo>
                    <a:cubicBezTo>
                      <a:pt x="180253" y="0"/>
                      <a:pt x="228220" y="30759"/>
                      <a:pt x="251235" y="80232"/>
                    </a:cubicBezTo>
                    <a:cubicBezTo>
                      <a:pt x="269304" y="119165"/>
                      <a:pt x="307376" y="143471"/>
                      <a:pt x="350181" y="143471"/>
                    </a:cubicBezTo>
                    <a:cubicBezTo>
                      <a:pt x="393201" y="143471"/>
                      <a:pt x="431058" y="119165"/>
                      <a:pt x="449126" y="80232"/>
                    </a:cubicBezTo>
                    <a:cubicBezTo>
                      <a:pt x="472142" y="30759"/>
                      <a:pt x="520324" y="0"/>
                      <a:pt x="574744" y="0"/>
                    </a:cubicBezTo>
                    <a:cubicBezTo>
                      <a:pt x="629164" y="0"/>
                      <a:pt x="677346" y="30759"/>
                      <a:pt x="700362" y="80232"/>
                    </a:cubicBezTo>
                    <a:cubicBezTo>
                      <a:pt x="718430" y="119165"/>
                      <a:pt x="756287" y="143471"/>
                      <a:pt x="799307" y="143471"/>
                    </a:cubicBezTo>
                    <a:lnTo>
                      <a:pt x="799307" y="143471"/>
                    </a:lnTo>
                    <a:cubicBezTo>
                      <a:pt x="842327" y="143471"/>
                      <a:pt x="880184" y="119165"/>
                      <a:pt x="898253" y="80232"/>
                    </a:cubicBezTo>
                    <a:cubicBezTo>
                      <a:pt x="921483" y="30759"/>
                      <a:pt x="969450" y="0"/>
                      <a:pt x="1024085" y="0"/>
                    </a:cubicBezTo>
                    <a:cubicBezTo>
                      <a:pt x="1078720" y="0"/>
                      <a:pt x="1126688" y="30759"/>
                      <a:pt x="1149703" y="80232"/>
                    </a:cubicBezTo>
                    <a:cubicBezTo>
                      <a:pt x="1167771" y="119165"/>
                      <a:pt x="1205629" y="143471"/>
                      <a:pt x="1248648" y="143471"/>
                    </a:cubicBezTo>
                    <a:cubicBezTo>
                      <a:pt x="1291668" y="143471"/>
                      <a:pt x="1329526" y="119165"/>
                      <a:pt x="1347594" y="80232"/>
                    </a:cubicBezTo>
                    <a:cubicBezTo>
                      <a:pt x="1370610" y="30759"/>
                      <a:pt x="1418792" y="0"/>
                      <a:pt x="1473212" y="0"/>
                    </a:cubicBezTo>
                    <a:cubicBezTo>
                      <a:pt x="1527847" y="0"/>
                      <a:pt x="1576029" y="30759"/>
                      <a:pt x="1598829" y="80232"/>
                    </a:cubicBezTo>
                    <a:lnTo>
                      <a:pt x="1572157" y="92492"/>
                    </a:lnTo>
                    <a:cubicBezTo>
                      <a:pt x="1554089" y="53560"/>
                      <a:pt x="1516016" y="29253"/>
                      <a:pt x="1473212" y="29253"/>
                    </a:cubicBezTo>
                    <a:cubicBezTo>
                      <a:pt x="1430192" y="29253"/>
                      <a:pt x="1392335" y="53560"/>
                      <a:pt x="1374266" y="92492"/>
                    </a:cubicBezTo>
                    <a:cubicBezTo>
                      <a:pt x="1351251" y="141965"/>
                      <a:pt x="1303069" y="172724"/>
                      <a:pt x="1248648" y="172724"/>
                    </a:cubicBezTo>
                    <a:close/>
                  </a:path>
                </a:pathLst>
              </a:custGeom>
              <a:grpFill/>
              <a:ln w="2149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</p:grpSp>
      <p:grpSp>
        <p:nvGrpSpPr>
          <p:cNvPr id="418" name="Group 417">
            <a:extLst>
              <a:ext uri="{FF2B5EF4-FFF2-40B4-BE49-F238E27FC236}">
                <a16:creationId xmlns:a16="http://schemas.microsoft.com/office/drawing/2014/main" id="{2B7E220D-70BE-46E1-87EA-9239C10828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615795" y="4466592"/>
            <a:ext cx="1082554" cy="1443428"/>
            <a:chOff x="10154385" y="4452524"/>
            <a:chExt cx="1443404" cy="1443428"/>
          </a:xfrm>
          <a:solidFill>
            <a:schemeClr val="bg1"/>
          </a:solidFill>
        </p:grpSpPr>
        <p:grpSp>
          <p:nvGrpSpPr>
            <p:cNvPr id="419" name="Graphic 4">
              <a:extLst>
                <a:ext uri="{FF2B5EF4-FFF2-40B4-BE49-F238E27FC236}">
                  <a16:creationId xmlns:a16="http://schemas.microsoft.com/office/drawing/2014/main" id="{FC1A5110-77D2-40E7-81AD-268BA675FE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10154385" y="4452524"/>
              <a:ext cx="1443404" cy="1443428"/>
              <a:chOff x="5734037" y="3067039"/>
              <a:chExt cx="724483" cy="724489"/>
            </a:xfrm>
            <a:grpFill/>
          </p:grpSpPr>
          <p:sp>
            <p:nvSpPr>
              <p:cNvPr id="240" name="Freeform: Shape 239">
                <a:extLst>
                  <a:ext uri="{FF2B5EF4-FFF2-40B4-BE49-F238E27FC236}">
                    <a16:creationId xmlns:a16="http://schemas.microsoft.com/office/drawing/2014/main" id="{4FA2A3FD-1B3F-42AF-BC02-85F36E05656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067039"/>
                <a:ext cx="14192" cy="14097"/>
              </a:xfrm>
              <a:custGeom>
                <a:avLst/>
                <a:gdLst>
                  <a:gd name="connsiteX0" fmla="*/ 14192 w 14192"/>
                  <a:gd name="connsiteY0" fmla="*/ 7049 h 14097"/>
                  <a:gd name="connsiteX1" fmla="*/ 7144 w 14192"/>
                  <a:gd name="connsiteY1" fmla="*/ 14097 h 14097"/>
                  <a:gd name="connsiteX2" fmla="*/ 0 w 14192"/>
                  <a:gd name="connsiteY2" fmla="*/ 7049 h 14097"/>
                  <a:gd name="connsiteX3" fmla="*/ 7049 w 14192"/>
                  <a:gd name="connsiteY3" fmla="*/ 0 h 14097"/>
                  <a:gd name="connsiteX4" fmla="*/ 14192 w 14192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7">
                    <a:moveTo>
                      <a:pt x="14192" y="7049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1" name="Freeform: Shape 240">
                <a:extLst>
                  <a:ext uri="{FF2B5EF4-FFF2-40B4-BE49-F238E27FC236}">
                    <a16:creationId xmlns:a16="http://schemas.microsoft.com/office/drawing/2014/main" id="{7AD487CA-8FBC-4540-AC49-97AE50C6518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067039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9 w 14097"/>
                  <a:gd name="connsiteY1" fmla="*/ 14097 h 14097"/>
                  <a:gd name="connsiteX2" fmla="*/ 0 w 14097"/>
                  <a:gd name="connsiteY2" fmla="*/ 7049 h 14097"/>
                  <a:gd name="connsiteX3" fmla="*/ 7049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2" name="Freeform: Shape 241">
                <a:extLst>
                  <a:ext uri="{FF2B5EF4-FFF2-40B4-BE49-F238E27FC236}">
                    <a16:creationId xmlns:a16="http://schemas.microsoft.com/office/drawing/2014/main" id="{0D84CF57-47D1-43F3-A27F-4554C8874DA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3" name="Freeform: Shape 242">
                <a:extLst>
                  <a:ext uri="{FF2B5EF4-FFF2-40B4-BE49-F238E27FC236}">
                    <a16:creationId xmlns:a16="http://schemas.microsoft.com/office/drawing/2014/main" id="{CBEE7FBD-98AD-4AD4-8928-24BF44632DB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4" name="Freeform: Shape 243">
                <a:extLst>
                  <a:ext uri="{FF2B5EF4-FFF2-40B4-BE49-F238E27FC236}">
                    <a16:creationId xmlns:a16="http://schemas.microsoft.com/office/drawing/2014/main" id="{84FD382E-B389-4D8F-A55E-6DFA291F0E4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5" name="Freeform: Shape 244">
                <a:extLst>
                  <a:ext uri="{FF2B5EF4-FFF2-40B4-BE49-F238E27FC236}">
                    <a16:creationId xmlns:a16="http://schemas.microsoft.com/office/drawing/2014/main" id="{98382AB7-ABEA-406A-BC9C-E929CB72CD6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4" y="3067039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9 w 14097"/>
                  <a:gd name="connsiteY1" fmla="*/ 14097 h 14097"/>
                  <a:gd name="connsiteX2" fmla="*/ 0 w 14097"/>
                  <a:gd name="connsiteY2" fmla="*/ 7049 h 14097"/>
                  <a:gd name="connsiteX3" fmla="*/ 7049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6" name="Freeform: Shape 245">
                <a:extLst>
                  <a:ext uri="{FF2B5EF4-FFF2-40B4-BE49-F238E27FC236}">
                    <a16:creationId xmlns:a16="http://schemas.microsoft.com/office/drawing/2014/main" id="{687410AC-739F-4AF0-B3F3-BA1EE2D8462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7" name="Freeform: Shape 246">
                <a:extLst>
                  <a:ext uri="{FF2B5EF4-FFF2-40B4-BE49-F238E27FC236}">
                    <a16:creationId xmlns:a16="http://schemas.microsoft.com/office/drawing/2014/main" id="{297F7ECB-7025-4A18-B6C1-9A8F179D814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126284"/>
                <a:ext cx="14192" cy="14097"/>
              </a:xfrm>
              <a:custGeom>
                <a:avLst/>
                <a:gdLst>
                  <a:gd name="connsiteX0" fmla="*/ 14192 w 14192"/>
                  <a:gd name="connsiteY0" fmla="*/ 7049 h 14097"/>
                  <a:gd name="connsiteX1" fmla="*/ 7144 w 14192"/>
                  <a:gd name="connsiteY1" fmla="*/ 14097 h 14097"/>
                  <a:gd name="connsiteX2" fmla="*/ 0 w 14192"/>
                  <a:gd name="connsiteY2" fmla="*/ 7049 h 14097"/>
                  <a:gd name="connsiteX3" fmla="*/ 7049 w 14192"/>
                  <a:gd name="connsiteY3" fmla="*/ 0 h 14097"/>
                  <a:gd name="connsiteX4" fmla="*/ 14192 w 14192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7">
                    <a:moveTo>
                      <a:pt x="14192" y="7049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8" name="Freeform: Shape 247">
                <a:extLst>
                  <a:ext uri="{FF2B5EF4-FFF2-40B4-BE49-F238E27FC236}">
                    <a16:creationId xmlns:a16="http://schemas.microsoft.com/office/drawing/2014/main" id="{E8BF277F-8AC7-4B9F-A748-658BC32F478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126282"/>
                <a:ext cx="14097" cy="14099"/>
              </a:xfrm>
              <a:custGeom>
                <a:avLst/>
                <a:gdLst>
                  <a:gd name="connsiteX0" fmla="*/ 14097 w 14097"/>
                  <a:gd name="connsiteY0" fmla="*/ 7051 h 14099"/>
                  <a:gd name="connsiteX1" fmla="*/ 7049 w 14097"/>
                  <a:gd name="connsiteY1" fmla="*/ 14099 h 14099"/>
                  <a:gd name="connsiteX2" fmla="*/ 0 w 14097"/>
                  <a:gd name="connsiteY2" fmla="*/ 7051 h 14099"/>
                  <a:gd name="connsiteX3" fmla="*/ 7049 w 14097"/>
                  <a:gd name="connsiteY3" fmla="*/ 2 h 14099"/>
                  <a:gd name="connsiteX4" fmla="*/ 14097 w 14097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9" name="Freeform: Shape 248">
                <a:extLst>
                  <a:ext uri="{FF2B5EF4-FFF2-40B4-BE49-F238E27FC236}">
                    <a16:creationId xmlns:a16="http://schemas.microsoft.com/office/drawing/2014/main" id="{3861EEE4-BFC2-47F9-B33D-2CF7EF91D14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12628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0" name="Freeform: Shape 249">
                <a:extLst>
                  <a:ext uri="{FF2B5EF4-FFF2-40B4-BE49-F238E27FC236}">
                    <a16:creationId xmlns:a16="http://schemas.microsoft.com/office/drawing/2014/main" id="{6EDB4948-A661-493E-A726-89FD1604359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12628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1" name="Freeform: Shape 250">
                <a:extLst>
                  <a:ext uri="{FF2B5EF4-FFF2-40B4-BE49-F238E27FC236}">
                    <a16:creationId xmlns:a16="http://schemas.microsoft.com/office/drawing/2014/main" id="{690295D3-F01C-40D4-AC18-38CDB597DDD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12628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2" name="Freeform: Shape 251">
                <a:extLst>
                  <a:ext uri="{FF2B5EF4-FFF2-40B4-BE49-F238E27FC236}">
                    <a16:creationId xmlns:a16="http://schemas.microsoft.com/office/drawing/2014/main" id="{DE279E4F-F139-423E-AF42-7C309EE9EEA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3" y="3126284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8 w 14097"/>
                  <a:gd name="connsiteY1" fmla="*/ 14097 h 14097"/>
                  <a:gd name="connsiteX2" fmla="*/ 0 w 14097"/>
                  <a:gd name="connsiteY2" fmla="*/ 7049 h 14097"/>
                  <a:gd name="connsiteX3" fmla="*/ 7048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3" name="Freeform: Shape 252">
                <a:extLst>
                  <a:ext uri="{FF2B5EF4-FFF2-40B4-BE49-F238E27FC236}">
                    <a16:creationId xmlns:a16="http://schemas.microsoft.com/office/drawing/2014/main" id="{BE503EF8-F0B7-4F0E-B82E-742BB8DB8E8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12628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4" name="Freeform: Shape 253">
                <a:extLst>
                  <a:ext uri="{FF2B5EF4-FFF2-40B4-BE49-F238E27FC236}">
                    <a16:creationId xmlns:a16="http://schemas.microsoft.com/office/drawing/2014/main" id="{8BF1F2E6-2E0A-4F5C-AF29-167B9214DE2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185434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5" name="Freeform: Shape 254">
                <a:extLst>
                  <a:ext uri="{FF2B5EF4-FFF2-40B4-BE49-F238E27FC236}">
                    <a16:creationId xmlns:a16="http://schemas.microsoft.com/office/drawing/2014/main" id="{D465F6F4-1BA9-4F7B-9980-3571C7C5CCC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185434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9 w 14097"/>
                  <a:gd name="connsiteY1" fmla="*/ 14097 h 14097"/>
                  <a:gd name="connsiteX2" fmla="*/ 0 w 14097"/>
                  <a:gd name="connsiteY2" fmla="*/ 7049 h 14097"/>
                  <a:gd name="connsiteX3" fmla="*/ 7049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6" name="Freeform: Shape 255">
                <a:extLst>
                  <a:ext uri="{FF2B5EF4-FFF2-40B4-BE49-F238E27FC236}">
                    <a16:creationId xmlns:a16="http://schemas.microsoft.com/office/drawing/2014/main" id="{FFF3428D-3135-4073-AB27-8292AA42115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18543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7" name="Freeform: Shape 256">
                <a:extLst>
                  <a:ext uri="{FF2B5EF4-FFF2-40B4-BE49-F238E27FC236}">
                    <a16:creationId xmlns:a16="http://schemas.microsoft.com/office/drawing/2014/main" id="{2EE4FAE5-DC40-43E2-BACB-84C2CCDA3A0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18543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8" name="Freeform: Shape 257">
                <a:extLst>
                  <a:ext uri="{FF2B5EF4-FFF2-40B4-BE49-F238E27FC236}">
                    <a16:creationId xmlns:a16="http://schemas.microsoft.com/office/drawing/2014/main" id="{97E1E565-91F8-469C-998D-413D4E3D00A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18543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9" name="Freeform: Shape 258">
                <a:extLst>
                  <a:ext uri="{FF2B5EF4-FFF2-40B4-BE49-F238E27FC236}">
                    <a16:creationId xmlns:a16="http://schemas.microsoft.com/office/drawing/2014/main" id="{7AADD30B-6564-45CD-A760-00AD0ED73C0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4" y="3185434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9 w 14097"/>
                  <a:gd name="connsiteY1" fmla="*/ 14097 h 14097"/>
                  <a:gd name="connsiteX2" fmla="*/ 0 w 14097"/>
                  <a:gd name="connsiteY2" fmla="*/ 7049 h 14097"/>
                  <a:gd name="connsiteX3" fmla="*/ 7049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0" name="Freeform: Shape 259">
                <a:extLst>
                  <a:ext uri="{FF2B5EF4-FFF2-40B4-BE49-F238E27FC236}">
                    <a16:creationId xmlns:a16="http://schemas.microsoft.com/office/drawing/2014/main" id="{3B9ABBD5-5E76-4812-A4CF-2A8B16ADA6A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18543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1" name="Freeform: Shape 260">
                <a:extLst>
                  <a:ext uri="{FF2B5EF4-FFF2-40B4-BE49-F238E27FC236}">
                    <a16:creationId xmlns:a16="http://schemas.microsoft.com/office/drawing/2014/main" id="{2F97912E-EDA5-4A75-A106-B25426BB663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244679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2" name="Freeform: Shape 261">
                <a:extLst>
                  <a:ext uri="{FF2B5EF4-FFF2-40B4-BE49-F238E27FC236}">
                    <a16:creationId xmlns:a16="http://schemas.microsoft.com/office/drawing/2014/main" id="{A8D15062-DCA7-43EE-AB75-CD9C80F3791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244677"/>
                <a:ext cx="14097" cy="14099"/>
              </a:xfrm>
              <a:custGeom>
                <a:avLst/>
                <a:gdLst>
                  <a:gd name="connsiteX0" fmla="*/ 14097 w 14097"/>
                  <a:gd name="connsiteY0" fmla="*/ 7051 h 14099"/>
                  <a:gd name="connsiteX1" fmla="*/ 7049 w 14097"/>
                  <a:gd name="connsiteY1" fmla="*/ 14099 h 14099"/>
                  <a:gd name="connsiteX2" fmla="*/ 0 w 14097"/>
                  <a:gd name="connsiteY2" fmla="*/ 7051 h 14099"/>
                  <a:gd name="connsiteX3" fmla="*/ 7049 w 14097"/>
                  <a:gd name="connsiteY3" fmla="*/ 2 h 14099"/>
                  <a:gd name="connsiteX4" fmla="*/ 14097 w 14097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3" name="Freeform: Shape 262">
                <a:extLst>
                  <a:ext uri="{FF2B5EF4-FFF2-40B4-BE49-F238E27FC236}">
                    <a16:creationId xmlns:a16="http://schemas.microsoft.com/office/drawing/2014/main" id="{80EB5712-3433-46B4-A8DF-04A8D03E3EF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244677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4" name="Freeform: Shape 263">
                <a:extLst>
                  <a:ext uri="{FF2B5EF4-FFF2-40B4-BE49-F238E27FC236}">
                    <a16:creationId xmlns:a16="http://schemas.microsoft.com/office/drawing/2014/main" id="{6F3BFE28-EB41-4640-802B-FAA4F73787F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244677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5" name="Freeform: Shape 264">
                <a:extLst>
                  <a:ext uri="{FF2B5EF4-FFF2-40B4-BE49-F238E27FC236}">
                    <a16:creationId xmlns:a16="http://schemas.microsoft.com/office/drawing/2014/main" id="{203F4E0E-E3AE-4B10-B1BC-529CC3CD03A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244677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6" name="Freeform: Shape 265">
                <a:extLst>
                  <a:ext uri="{FF2B5EF4-FFF2-40B4-BE49-F238E27FC236}">
                    <a16:creationId xmlns:a16="http://schemas.microsoft.com/office/drawing/2014/main" id="{1B83F41D-7419-46EC-8C00-37127DC3AA2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3" y="3244679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8 w 14097"/>
                  <a:gd name="connsiteY1" fmla="*/ 14097 h 14096"/>
                  <a:gd name="connsiteX2" fmla="*/ 0 w 14097"/>
                  <a:gd name="connsiteY2" fmla="*/ 7048 h 14096"/>
                  <a:gd name="connsiteX3" fmla="*/ 7048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7" name="Freeform: Shape 266">
                <a:extLst>
                  <a:ext uri="{FF2B5EF4-FFF2-40B4-BE49-F238E27FC236}">
                    <a16:creationId xmlns:a16="http://schemas.microsoft.com/office/drawing/2014/main" id="{9991303F-ED54-4483-97A9-3143D1CA722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244677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8" name="Freeform: Shape 267">
                <a:extLst>
                  <a:ext uri="{FF2B5EF4-FFF2-40B4-BE49-F238E27FC236}">
                    <a16:creationId xmlns:a16="http://schemas.microsoft.com/office/drawing/2014/main" id="{0B99A87F-D826-40DC-B688-B209D5253BC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303829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9" name="Freeform: Shape 268">
                <a:extLst>
                  <a:ext uri="{FF2B5EF4-FFF2-40B4-BE49-F238E27FC236}">
                    <a16:creationId xmlns:a16="http://schemas.microsoft.com/office/drawing/2014/main" id="{3CB798D6-E3C9-41B2-8F20-F0CF8706817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303829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0" name="Freeform: Shape 269">
                <a:extLst>
                  <a:ext uri="{FF2B5EF4-FFF2-40B4-BE49-F238E27FC236}">
                    <a16:creationId xmlns:a16="http://schemas.microsoft.com/office/drawing/2014/main" id="{9CF03CDA-070F-49AE-B37C-4D08A1BAD2D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1" name="Freeform: Shape 270">
                <a:extLst>
                  <a:ext uri="{FF2B5EF4-FFF2-40B4-BE49-F238E27FC236}">
                    <a16:creationId xmlns:a16="http://schemas.microsoft.com/office/drawing/2014/main" id="{D4CBFC42-413D-4BC6-9BEA-078040C01ED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2" name="Freeform: Shape 271">
                <a:extLst>
                  <a:ext uri="{FF2B5EF4-FFF2-40B4-BE49-F238E27FC236}">
                    <a16:creationId xmlns:a16="http://schemas.microsoft.com/office/drawing/2014/main" id="{24A02437-3BDD-4242-9C52-0DB006A35E7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3" name="Freeform: Shape 272">
                <a:extLst>
                  <a:ext uri="{FF2B5EF4-FFF2-40B4-BE49-F238E27FC236}">
                    <a16:creationId xmlns:a16="http://schemas.microsoft.com/office/drawing/2014/main" id="{7209D1D0-DC11-43F3-8050-D8C01D3B625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3" y="3303829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8 w 14097"/>
                  <a:gd name="connsiteY1" fmla="*/ 14097 h 14096"/>
                  <a:gd name="connsiteX2" fmla="*/ 0 w 14097"/>
                  <a:gd name="connsiteY2" fmla="*/ 7048 h 14096"/>
                  <a:gd name="connsiteX3" fmla="*/ 7048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4" name="Freeform: Shape 273">
                <a:extLst>
                  <a:ext uri="{FF2B5EF4-FFF2-40B4-BE49-F238E27FC236}">
                    <a16:creationId xmlns:a16="http://schemas.microsoft.com/office/drawing/2014/main" id="{8A37369D-62F1-4A67-B1A1-658CBED41D3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5" name="Freeform: Shape 274">
                <a:extLst>
                  <a:ext uri="{FF2B5EF4-FFF2-40B4-BE49-F238E27FC236}">
                    <a16:creationId xmlns:a16="http://schemas.microsoft.com/office/drawing/2014/main" id="{68CD3744-B811-40BE-B10F-4D5B1AA9380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363074"/>
                <a:ext cx="14192" cy="14097"/>
              </a:xfrm>
              <a:custGeom>
                <a:avLst/>
                <a:gdLst>
                  <a:gd name="connsiteX0" fmla="*/ 14192 w 14192"/>
                  <a:gd name="connsiteY0" fmla="*/ 7048 h 14097"/>
                  <a:gd name="connsiteX1" fmla="*/ 7144 w 14192"/>
                  <a:gd name="connsiteY1" fmla="*/ 14097 h 14097"/>
                  <a:gd name="connsiteX2" fmla="*/ 0 w 14192"/>
                  <a:gd name="connsiteY2" fmla="*/ 7048 h 14097"/>
                  <a:gd name="connsiteX3" fmla="*/ 7049 w 14192"/>
                  <a:gd name="connsiteY3" fmla="*/ 0 h 14097"/>
                  <a:gd name="connsiteX4" fmla="*/ 14192 w 14192"/>
                  <a:gd name="connsiteY4" fmla="*/ 7048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7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6" name="Freeform: Shape 275">
                <a:extLst>
                  <a:ext uri="{FF2B5EF4-FFF2-40B4-BE49-F238E27FC236}">
                    <a16:creationId xmlns:a16="http://schemas.microsoft.com/office/drawing/2014/main" id="{3048B8EA-2CD0-40CF-B570-BD99E0F77C8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363072"/>
                <a:ext cx="14097" cy="14099"/>
              </a:xfrm>
              <a:custGeom>
                <a:avLst/>
                <a:gdLst>
                  <a:gd name="connsiteX0" fmla="*/ 14097 w 14097"/>
                  <a:gd name="connsiteY0" fmla="*/ 7051 h 14099"/>
                  <a:gd name="connsiteX1" fmla="*/ 7049 w 14097"/>
                  <a:gd name="connsiteY1" fmla="*/ 14099 h 14099"/>
                  <a:gd name="connsiteX2" fmla="*/ 0 w 14097"/>
                  <a:gd name="connsiteY2" fmla="*/ 7051 h 14099"/>
                  <a:gd name="connsiteX3" fmla="*/ 7049 w 14097"/>
                  <a:gd name="connsiteY3" fmla="*/ 2 h 14099"/>
                  <a:gd name="connsiteX4" fmla="*/ 14097 w 14097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7" name="Freeform: Shape 276">
                <a:extLst>
                  <a:ext uri="{FF2B5EF4-FFF2-40B4-BE49-F238E27FC236}">
                    <a16:creationId xmlns:a16="http://schemas.microsoft.com/office/drawing/2014/main" id="{2D8EA840-350B-405A-A1BB-40D93A00ED6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8" name="Freeform: Shape 277">
                <a:extLst>
                  <a:ext uri="{FF2B5EF4-FFF2-40B4-BE49-F238E27FC236}">
                    <a16:creationId xmlns:a16="http://schemas.microsoft.com/office/drawing/2014/main" id="{6BFAC7FE-90ED-4400-9E88-D3EB802CF47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9" name="Freeform: Shape 278">
                <a:extLst>
                  <a:ext uri="{FF2B5EF4-FFF2-40B4-BE49-F238E27FC236}">
                    <a16:creationId xmlns:a16="http://schemas.microsoft.com/office/drawing/2014/main" id="{F8A49AFF-4D6A-4290-A811-6ADBC2A2A55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0" name="Freeform: Shape 279">
                <a:extLst>
                  <a:ext uri="{FF2B5EF4-FFF2-40B4-BE49-F238E27FC236}">
                    <a16:creationId xmlns:a16="http://schemas.microsoft.com/office/drawing/2014/main" id="{A5267CD0-3312-488A-ADC9-2A215FC9B55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3" y="3363074"/>
                <a:ext cx="14097" cy="14097"/>
              </a:xfrm>
              <a:custGeom>
                <a:avLst/>
                <a:gdLst>
                  <a:gd name="connsiteX0" fmla="*/ 14097 w 14097"/>
                  <a:gd name="connsiteY0" fmla="*/ 7048 h 14097"/>
                  <a:gd name="connsiteX1" fmla="*/ 7048 w 14097"/>
                  <a:gd name="connsiteY1" fmla="*/ 14097 h 14097"/>
                  <a:gd name="connsiteX2" fmla="*/ 0 w 14097"/>
                  <a:gd name="connsiteY2" fmla="*/ 7048 h 14097"/>
                  <a:gd name="connsiteX3" fmla="*/ 7048 w 14097"/>
                  <a:gd name="connsiteY3" fmla="*/ 0 h 14097"/>
                  <a:gd name="connsiteX4" fmla="*/ 14097 w 14097"/>
                  <a:gd name="connsiteY4" fmla="*/ 7048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1" name="Freeform: Shape 280">
                <a:extLst>
                  <a:ext uri="{FF2B5EF4-FFF2-40B4-BE49-F238E27FC236}">
                    <a16:creationId xmlns:a16="http://schemas.microsoft.com/office/drawing/2014/main" id="{734AF3AE-4171-471C-AFDE-0A4B563D958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2" name="Freeform: Shape 281">
                <a:extLst>
                  <a:ext uri="{FF2B5EF4-FFF2-40B4-BE49-F238E27FC236}">
                    <a16:creationId xmlns:a16="http://schemas.microsoft.com/office/drawing/2014/main" id="{9761283D-6867-470C-85BB-833A5997B77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422225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3" name="Freeform: Shape 282">
                <a:extLst>
                  <a:ext uri="{FF2B5EF4-FFF2-40B4-BE49-F238E27FC236}">
                    <a16:creationId xmlns:a16="http://schemas.microsoft.com/office/drawing/2014/main" id="{232907EC-87D6-4A76-97C7-ED83798B87D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422225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4" name="Freeform: Shape 283">
                <a:extLst>
                  <a:ext uri="{FF2B5EF4-FFF2-40B4-BE49-F238E27FC236}">
                    <a16:creationId xmlns:a16="http://schemas.microsoft.com/office/drawing/2014/main" id="{9AE06A14-FDDB-4888-9F8A-C027B6FC7AB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5" name="Freeform: Shape 284">
                <a:extLst>
                  <a:ext uri="{FF2B5EF4-FFF2-40B4-BE49-F238E27FC236}">
                    <a16:creationId xmlns:a16="http://schemas.microsoft.com/office/drawing/2014/main" id="{408FBBF8-91F0-43DF-84FE-8585BD4C017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6" name="Freeform: Shape 285">
                <a:extLst>
                  <a:ext uri="{FF2B5EF4-FFF2-40B4-BE49-F238E27FC236}">
                    <a16:creationId xmlns:a16="http://schemas.microsoft.com/office/drawing/2014/main" id="{40F8B312-3204-4812-9CED-599503CC069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7" name="Freeform: Shape 286">
                <a:extLst>
                  <a:ext uri="{FF2B5EF4-FFF2-40B4-BE49-F238E27FC236}">
                    <a16:creationId xmlns:a16="http://schemas.microsoft.com/office/drawing/2014/main" id="{B3163C36-49A9-42CD-84AB-945A5481070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3" y="3422225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8 w 14097"/>
                  <a:gd name="connsiteY1" fmla="*/ 14097 h 14096"/>
                  <a:gd name="connsiteX2" fmla="*/ 0 w 14097"/>
                  <a:gd name="connsiteY2" fmla="*/ 7048 h 14096"/>
                  <a:gd name="connsiteX3" fmla="*/ 7048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8" name="Freeform: Shape 287">
                <a:extLst>
                  <a:ext uri="{FF2B5EF4-FFF2-40B4-BE49-F238E27FC236}">
                    <a16:creationId xmlns:a16="http://schemas.microsoft.com/office/drawing/2014/main" id="{C737819E-C741-419C-8B07-6CBF226F4A3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9" name="Freeform: Shape 288">
                <a:extLst>
                  <a:ext uri="{FF2B5EF4-FFF2-40B4-BE49-F238E27FC236}">
                    <a16:creationId xmlns:a16="http://schemas.microsoft.com/office/drawing/2014/main" id="{86094C82-164A-490B-A711-CBC5914A79B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69" y="3067039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9 w 14097"/>
                  <a:gd name="connsiteY1" fmla="*/ 14097 h 14097"/>
                  <a:gd name="connsiteX2" fmla="*/ 0 w 14097"/>
                  <a:gd name="connsiteY2" fmla="*/ 7049 h 14097"/>
                  <a:gd name="connsiteX3" fmla="*/ 6953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048" y="0"/>
                      <a:pt x="6953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0" name="Freeform: Shape 289">
                <a:extLst>
                  <a:ext uri="{FF2B5EF4-FFF2-40B4-BE49-F238E27FC236}">
                    <a16:creationId xmlns:a16="http://schemas.microsoft.com/office/drawing/2014/main" id="{B97614F7-51E5-4AEF-B768-8C452874D24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0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1" name="Freeform: Shape 290">
                <a:extLst>
                  <a:ext uri="{FF2B5EF4-FFF2-40B4-BE49-F238E27FC236}">
                    <a16:creationId xmlns:a16="http://schemas.microsoft.com/office/drawing/2014/main" id="{B6227872-28BD-445D-96AD-EF00622F898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65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9 w 14096"/>
                  <a:gd name="connsiteY1" fmla="*/ 14097 h 14097"/>
                  <a:gd name="connsiteX2" fmla="*/ 0 w 14096"/>
                  <a:gd name="connsiteY2" fmla="*/ 7049 h 14097"/>
                  <a:gd name="connsiteX3" fmla="*/ 6953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048" y="0"/>
                      <a:pt x="6953" y="0"/>
                    </a:cubicBezTo>
                    <a:cubicBezTo>
                      <a:pt x="10859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2" name="Freeform: Shape 291">
                <a:extLst>
                  <a:ext uri="{FF2B5EF4-FFF2-40B4-BE49-F238E27FC236}">
                    <a16:creationId xmlns:a16="http://schemas.microsoft.com/office/drawing/2014/main" id="{C1DC2CF0-2FA0-43FC-9509-0C6DB072B65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14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3" name="Freeform: Shape 292">
                <a:extLst>
                  <a:ext uri="{FF2B5EF4-FFF2-40B4-BE49-F238E27FC236}">
                    <a16:creationId xmlns:a16="http://schemas.microsoft.com/office/drawing/2014/main" id="{9795B481-57FF-4E8E-83AA-E5D2E3E2F7C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0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6953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048" y="0"/>
                      <a:pt x="6953" y="0"/>
                    </a:cubicBezTo>
                    <a:cubicBezTo>
                      <a:pt x="10858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4" name="Freeform: Shape 293">
                <a:extLst>
                  <a:ext uri="{FF2B5EF4-FFF2-40B4-BE49-F238E27FC236}">
                    <a16:creationId xmlns:a16="http://schemas.microsoft.com/office/drawing/2014/main" id="{148378AF-5FAD-46E5-9709-EA405E6749A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0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8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8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5" name="Freeform: Shape 294">
                <a:extLst>
                  <a:ext uri="{FF2B5EF4-FFF2-40B4-BE49-F238E27FC236}">
                    <a16:creationId xmlns:a16="http://schemas.microsoft.com/office/drawing/2014/main" id="{A673CCD4-0D19-45A5-A1E8-0C6F8E2C410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69" y="3126281"/>
                <a:ext cx="14097" cy="14099"/>
              </a:xfrm>
              <a:custGeom>
                <a:avLst/>
                <a:gdLst>
                  <a:gd name="connsiteX0" fmla="*/ 14097 w 14097"/>
                  <a:gd name="connsiteY0" fmla="*/ 7051 h 14099"/>
                  <a:gd name="connsiteX1" fmla="*/ 7049 w 14097"/>
                  <a:gd name="connsiteY1" fmla="*/ 14099 h 14099"/>
                  <a:gd name="connsiteX2" fmla="*/ 0 w 14097"/>
                  <a:gd name="connsiteY2" fmla="*/ 7051 h 14099"/>
                  <a:gd name="connsiteX3" fmla="*/ 7049 w 14097"/>
                  <a:gd name="connsiteY3" fmla="*/ 2 h 14099"/>
                  <a:gd name="connsiteX4" fmla="*/ 14097 w 14097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6" name="Freeform: Shape 295">
                <a:extLst>
                  <a:ext uri="{FF2B5EF4-FFF2-40B4-BE49-F238E27FC236}">
                    <a16:creationId xmlns:a16="http://schemas.microsoft.com/office/drawing/2014/main" id="{EE686E15-638D-450E-BD41-9EEC16695B9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0" y="3126281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7" name="Freeform: Shape 296">
                <a:extLst>
                  <a:ext uri="{FF2B5EF4-FFF2-40B4-BE49-F238E27FC236}">
                    <a16:creationId xmlns:a16="http://schemas.microsoft.com/office/drawing/2014/main" id="{19970629-2923-493A-A315-FA7EDF13126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65" y="3126281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9 w 14096"/>
                  <a:gd name="connsiteY1" fmla="*/ 14099 h 14099"/>
                  <a:gd name="connsiteX2" fmla="*/ 0 w 14096"/>
                  <a:gd name="connsiteY2" fmla="*/ 7051 h 14099"/>
                  <a:gd name="connsiteX3" fmla="*/ 7049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859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8" name="Freeform: Shape 297">
                <a:extLst>
                  <a:ext uri="{FF2B5EF4-FFF2-40B4-BE49-F238E27FC236}">
                    <a16:creationId xmlns:a16="http://schemas.microsoft.com/office/drawing/2014/main" id="{D8839461-CBD3-4A9A-BBCF-09A88358749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14" y="3126281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9" name="Freeform: Shape 298">
                <a:extLst>
                  <a:ext uri="{FF2B5EF4-FFF2-40B4-BE49-F238E27FC236}">
                    <a16:creationId xmlns:a16="http://schemas.microsoft.com/office/drawing/2014/main" id="{06ACA65A-A638-4499-9A58-4BBB2D8502C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0" y="3126281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858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0" name="Freeform: Shape 299">
                <a:extLst>
                  <a:ext uri="{FF2B5EF4-FFF2-40B4-BE49-F238E27FC236}">
                    <a16:creationId xmlns:a16="http://schemas.microsoft.com/office/drawing/2014/main" id="{1E2A7DEF-7652-4468-8E3F-6FF0C0A9F9E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0" y="3126283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1" name="Freeform: Shape 300">
                <a:extLst>
                  <a:ext uri="{FF2B5EF4-FFF2-40B4-BE49-F238E27FC236}">
                    <a16:creationId xmlns:a16="http://schemas.microsoft.com/office/drawing/2014/main" id="{B20F00C4-6808-4F91-8495-A7C27E49A1C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69" y="3185433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2" name="Freeform: Shape 301">
                <a:extLst>
                  <a:ext uri="{FF2B5EF4-FFF2-40B4-BE49-F238E27FC236}">
                    <a16:creationId xmlns:a16="http://schemas.microsoft.com/office/drawing/2014/main" id="{4254291C-CB21-424F-AF32-0C70F164215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0" y="3185433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3" name="Freeform: Shape 302">
                <a:extLst>
                  <a:ext uri="{FF2B5EF4-FFF2-40B4-BE49-F238E27FC236}">
                    <a16:creationId xmlns:a16="http://schemas.microsoft.com/office/drawing/2014/main" id="{C6D37468-BE92-4741-86A9-1417F2AA438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65" y="3185433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9 w 14096"/>
                  <a:gd name="connsiteY1" fmla="*/ 14097 h 14096"/>
                  <a:gd name="connsiteX2" fmla="*/ 0 w 14096"/>
                  <a:gd name="connsiteY2" fmla="*/ 7048 h 14096"/>
                  <a:gd name="connsiteX3" fmla="*/ 7049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4" name="Freeform: Shape 303">
                <a:extLst>
                  <a:ext uri="{FF2B5EF4-FFF2-40B4-BE49-F238E27FC236}">
                    <a16:creationId xmlns:a16="http://schemas.microsoft.com/office/drawing/2014/main" id="{2A361414-EF46-4101-B08C-BA761D10D3E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14" y="3185433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5" name="Freeform: Shape 304">
                <a:extLst>
                  <a:ext uri="{FF2B5EF4-FFF2-40B4-BE49-F238E27FC236}">
                    <a16:creationId xmlns:a16="http://schemas.microsoft.com/office/drawing/2014/main" id="{62B99449-370E-4EEE-9DB6-159197F278F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0" y="3185433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6" name="Freeform: Shape 305">
                <a:extLst>
                  <a:ext uri="{FF2B5EF4-FFF2-40B4-BE49-F238E27FC236}">
                    <a16:creationId xmlns:a16="http://schemas.microsoft.com/office/drawing/2014/main" id="{FAA977E9-699A-4D73-B0CF-CE0C4EB20C1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0" y="3185432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8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8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7" name="Freeform: Shape 306">
                <a:extLst>
                  <a:ext uri="{FF2B5EF4-FFF2-40B4-BE49-F238E27FC236}">
                    <a16:creationId xmlns:a16="http://schemas.microsoft.com/office/drawing/2014/main" id="{9EDD115C-F555-4352-B8FB-C7F9829FAA2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69" y="3244676"/>
                <a:ext cx="14097" cy="14099"/>
              </a:xfrm>
              <a:custGeom>
                <a:avLst/>
                <a:gdLst>
                  <a:gd name="connsiteX0" fmla="*/ 14097 w 14097"/>
                  <a:gd name="connsiteY0" fmla="*/ 7051 h 14099"/>
                  <a:gd name="connsiteX1" fmla="*/ 7049 w 14097"/>
                  <a:gd name="connsiteY1" fmla="*/ 14099 h 14099"/>
                  <a:gd name="connsiteX2" fmla="*/ 0 w 14097"/>
                  <a:gd name="connsiteY2" fmla="*/ 7051 h 14099"/>
                  <a:gd name="connsiteX3" fmla="*/ 7049 w 14097"/>
                  <a:gd name="connsiteY3" fmla="*/ 2 h 14099"/>
                  <a:gd name="connsiteX4" fmla="*/ 14097 w 14097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8" name="Freeform: Shape 307">
                <a:extLst>
                  <a:ext uri="{FF2B5EF4-FFF2-40B4-BE49-F238E27FC236}">
                    <a16:creationId xmlns:a16="http://schemas.microsoft.com/office/drawing/2014/main" id="{9454379A-04D7-4413-8E59-262DB6BCD1D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0" y="3244676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9" name="Freeform: Shape 308">
                <a:extLst>
                  <a:ext uri="{FF2B5EF4-FFF2-40B4-BE49-F238E27FC236}">
                    <a16:creationId xmlns:a16="http://schemas.microsoft.com/office/drawing/2014/main" id="{8E65F25A-79A5-4F0D-A340-475979F28C0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65" y="3244676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9 w 14096"/>
                  <a:gd name="connsiteY1" fmla="*/ 14099 h 14099"/>
                  <a:gd name="connsiteX2" fmla="*/ 0 w 14096"/>
                  <a:gd name="connsiteY2" fmla="*/ 7051 h 14099"/>
                  <a:gd name="connsiteX3" fmla="*/ 7049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859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0" name="Freeform: Shape 309">
                <a:extLst>
                  <a:ext uri="{FF2B5EF4-FFF2-40B4-BE49-F238E27FC236}">
                    <a16:creationId xmlns:a16="http://schemas.microsoft.com/office/drawing/2014/main" id="{838E1E5B-3968-49BD-843C-C8C0F44C6ED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14" y="3244676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1" name="Freeform: Shape 310">
                <a:extLst>
                  <a:ext uri="{FF2B5EF4-FFF2-40B4-BE49-F238E27FC236}">
                    <a16:creationId xmlns:a16="http://schemas.microsoft.com/office/drawing/2014/main" id="{94CA466D-7602-4464-BAB2-071A59F8A90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0" y="3244676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858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2" name="Freeform: Shape 311">
                <a:extLst>
                  <a:ext uri="{FF2B5EF4-FFF2-40B4-BE49-F238E27FC236}">
                    <a16:creationId xmlns:a16="http://schemas.microsoft.com/office/drawing/2014/main" id="{4A1357E7-09DA-4B68-A637-F277764E94D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0" y="324467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3" name="Freeform: Shape 312">
                <a:extLst>
                  <a:ext uri="{FF2B5EF4-FFF2-40B4-BE49-F238E27FC236}">
                    <a16:creationId xmlns:a16="http://schemas.microsoft.com/office/drawing/2014/main" id="{1EFCA436-DAC9-4B9E-82BE-E0DE3F5C8A3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69" y="3303829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4" name="Freeform: Shape 313">
                <a:extLst>
                  <a:ext uri="{FF2B5EF4-FFF2-40B4-BE49-F238E27FC236}">
                    <a16:creationId xmlns:a16="http://schemas.microsoft.com/office/drawing/2014/main" id="{FA482722-F397-4F01-97DD-D018FE63789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0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5" name="Freeform: Shape 314">
                <a:extLst>
                  <a:ext uri="{FF2B5EF4-FFF2-40B4-BE49-F238E27FC236}">
                    <a16:creationId xmlns:a16="http://schemas.microsoft.com/office/drawing/2014/main" id="{5CF6C289-6A1B-4031-84CC-4DA52D08ED9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65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9 w 14096"/>
                  <a:gd name="connsiteY1" fmla="*/ 14097 h 14096"/>
                  <a:gd name="connsiteX2" fmla="*/ 0 w 14096"/>
                  <a:gd name="connsiteY2" fmla="*/ 7048 h 14096"/>
                  <a:gd name="connsiteX3" fmla="*/ 7049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6" name="Freeform: Shape 315">
                <a:extLst>
                  <a:ext uri="{FF2B5EF4-FFF2-40B4-BE49-F238E27FC236}">
                    <a16:creationId xmlns:a16="http://schemas.microsoft.com/office/drawing/2014/main" id="{42F190D1-D9E1-46D5-A212-6560B860B64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14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7" name="Freeform: Shape 316">
                <a:extLst>
                  <a:ext uri="{FF2B5EF4-FFF2-40B4-BE49-F238E27FC236}">
                    <a16:creationId xmlns:a16="http://schemas.microsoft.com/office/drawing/2014/main" id="{08ADD086-4DD1-4EBA-BC75-CD93AE4D440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0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8" name="Freeform: Shape 317">
                <a:extLst>
                  <a:ext uri="{FF2B5EF4-FFF2-40B4-BE49-F238E27FC236}">
                    <a16:creationId xmlns:a16="http://schemas.microsoft.com/office/drawing/2014/main" id="{75A280D7-478F-468E-9644-B09B8FDEB7E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0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9" name="Freeform: Shape 318">
                <a:extLst>
                  <a:ext uri="{FF2B5EF4-FFF2-40B4-BE49-F238E27FC236}">
                    <a16:creationId xmlns:a16="http://schemas.microsoft.com/office/drawing/2014/main" id="{C9BE9354-BB23-458F-9AE3-DD8AC4F1E6E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69" y="3363072"/>
                <a:ext cx="14097" cy="14099"/>
              </a:xfrm>
              <a:custGeom>
                <a:avLst/>
                <a:gdLst>
                  <a:gd name="connsiteX0" fmla="*/ 14097 w 14097"/>
                  <a:gd name="connsiteY0" fmla="*/ 7051 h 14099"/>
                  <a:gd name="connsiteX1" fmla="*/ 7049 w 14097"/>
                  <a:gd name="connsiteY1" fmla="*/ 14099 h 14099"/>
                  <a:gd name="connsiteX2" fmla="*/ 0 w 14097"/>
                  <a:gd name="connsiteY2" fmla="*/ 7051 h 14099"/>
                  <a:gd name="connsiteX3" fmla="*/ 7049 w 14097"/>
                  <a:gd name="connsiteY3" fmla="*/ 2 h 14099"/>
                  <a:gd name="connsiteX4" fmla="*/ 14097 w 14097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0" name="Freeform: Shape 319">
                <a:extLst>
                  <a:ext uri="{FF2B5EF4-FFF2-40B4-BE49-F238E27FC236}">
                    <a16:creationId xmlns:a16="http://schemas.microsoft.com/office/drawing/2014/main" id="{861A354D-F521-44EF-9140-7393D26D2E9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0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1" name="Freeform: Shape 320">
                <a:extLst>
                  <a:ext uri="{FF2B5EF4-FFF2-40B4-BE49-F238E27FC236}">
                    <a16:creationId xmlns:a16="http://schemas.microsoft.com/office/drawing/2014/main" id="{C76B3340-3BF4-4FB9-B7FA-751617C73B6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65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9 w 14096"/>
                  <a:gd name="connsiteY1" fmla="*/ 14099 h 14099"/>
                  <a:gd name="connsiteX2" fmla="*/ 0 w 14096"/>
                  <a:gd name="connsiteY2" fmla="*/ 7051 h 14099"/>
                  <a:gd name="connsiteX3" fmla="*/ 7049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859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2" name="Freeform: Shape 321">
                <a:extLst>
                  <a:ext uri="{FF2B5EF4-FFF2-40B4-BE49-F238E27FC236}">
                    <a16:creationId xmlns:a16="http://schemas.microsoft.com/office/drawing/2014/main" id="{C802BF6D-7C7F-41BF-B0CA-C5E6AFABB3B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14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3" name="Freeform: Shape 322">
                <a:extLst>
                  <a:ext uri="{FF2B5EF4-FFF2-40B4-BE49-F238E27FC236}">
                    <a16:creationId xmlns:a16="http://schemas.microsoft.com/office/drawing/2014/main" id="{712FB0EF-009B-4384-BD25-D3C6EBCC976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0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858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4" name="Freeform: Shape 323">
                <a:extLst>
                  <a:ext uri="{FF2B5EF4-FFF2-40B4-BE49-F238E27FC236}">
                    <a16:creationId xmlns:a16="http://schemas.microsoft.com/office/drawing/2014/main" id="{922F2BA9-9373-465D-8F24-F58DB9B1B74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0" y="3363074"/>
                <a:ext cx="14096" cy="14097"/>
              </a:xfrm>
              <a:custGeom>
                <a:avLst/>
                <a:gdLst>
                  <a:gd name="connsiteX0" fmla="*/ 14097 w 14096"/>
                  <a:gd name="connsiteY0" fmla="*/ 7048 h 14097"/>
                  <a:gd name="connsiteX1" fmla="*/ 7048 w 14096"/>
                  <a:gd name="connsiteY1" fmla="*/ 14097 h 14097"/>
                  <a:gd name="connsiteX2" fmla="*/ 0 w 14096"/>
                  <a:gd name="connsiteY2" fmla="*/ 7048 h 14097"/>
                  <a:gd name="connsiteX3" fmla="*/ 7048 w 14096"/>
                  <a:gd name="connsiteY3" fmla="*/ 0 h 14097"/>
                  <a:gd name="connsiteX4" fmla="*/ 14097 w 14096"/>
                  <a:gd name="connsiteY4" fmla="*/ 7048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5" name="Freeform: Shape 324">
                <a:extLst>
                  <a:ext uri="{FF2B5EF4-FFF2-40B4-BE49-F238E27FC236}">
                    <a16:creationId xmlns:a16="http://schemas.microsoft.com/office/drawing/2014/main" id="{4FAD72B3-1B8B-4B05-B201-419A776FB7C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69" y="3422225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6" name="Freeform: Shape 325">
                <a:extLst>
                  <a:ext uri="{FF2B5EF4-FFF2-40B4-BE49-F238E27FC236}">
                    <a16:creationId xmlns:a16="http://schemas.microsoft.com/office/drawing/2014/main" id="{AC81E68B-1417-445D-9B51-60A0F91E5BA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0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7" name="Freeform: Shape 326">
                <a:extLst>
                  <a:ext uri="{FF2B5EF4-FFF2-40B4-BE49-F238E27FC236}">
                    <a16:creationId xmlns:a16="http://schemas.microsoft.com/office/drawing/2014/main" id="{7D5A9E27-E07F-4466-9021-D25D85CDC97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65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9 w 14096"/>
                  <a:gd name="connsiteY1" fmla="*/ 14097 h 14096"/>
                  <a:gd name="connsiteX2" fmla="*/ 0 w 14096"/>
                  <a:gd name="connsiteY2" fmla="*/ 7048 h 14096"/>
                  <a:gd name="connsiteX3" fmla="*/ 7049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8" name="Freeform: Shape 327">
                <a:extLst>
                  <a:ext uri="{FF2B5EF4-FFF2-40B4-BE49-F238E27FC236}">
                    <a16:creationId xmlns:a16="http://schemas.microsoft.com/office/drawing/2014/main" id="{CF5DC41D-2B9C-4659-9F3E-C3A2BDE8BC4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14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9" name="Freeform: Shape 328">
                <a:extLst>
                  <a:ext uri="{FF2B5EF4-FFF2-40B4-BE49-F238E27FC236}">
                    <a16:creationId xmlns:a16="http://schemas.microsoft.com/office/drawing/2014/main" id="{5AA3263F-DADF-4BDD-82AC-F44BC4FE0FD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0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0" name="Freeform: Shape 329">
                <a:extLst>
                  <a:ext uri="{FF2B5EF4-FFF2-40B4-BE49-F238E27FC236}">
                    <a16:creationId xmlns:a16="http://schemas.microsoft.com/office/drawing/2014/main" id="{8999662B-626A-4D98-920C-CDA407F83B5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0" y="342222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1" name="Freeform: Shape 330">
                <a:extLst>
                  <a:ext uri="{FF2B5EF4-FFF2-40B4-BE49-F238E27FC236}">
                    <a16:creationId xmlns:a16="http://schemas.microsoft.com/office/drawing/2014/main" id="{D6C410A6-2F1A-4222-8D50-2781C5D7E5B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481374"/>
                <a:ext cx="14192" cy="14096"/>
              </a:xfrm>
              <a:custGeom>
                <a:avLst/>
                <a:gdLst>
                  <a:gd name="connsiteX0" fmla="*/ 14192 w 14192"/>
                  <a:gd name="connsiteY0" fmla="*/ 7049 h 14096"/>
                  <a:gd name="connsiteX1" fmla="*/ 7144 w 14192"/>
                  <a:gd name="connsiteY1" fmla="*/ 14097 h 14096"/>
                  <a:gd name="connsiteX2" fmla="*/ 0 w 14192"/>
                  <a:gd name="connsiteY2" fmla="*/ 7049 h 14096"/>
                  <a:gd name="connsiteX3" fmla="*/ 7049 w 14192"/>
                  <a:gd name="connsiteY3" fmla="*/ 0 h 14096"/>
                  <a:gd name="connsiteX4" fmla="*/ 14192 w 14192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9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1049"/>
                      <a:pt x="0" y="7049"/>
                    </a:cubicBezTo>
                    <a:cubicBezTo>
                      <a:pt x="0" y="3048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2" name="Freeform: Shape 331">
                <a:extLst>
                  <a:ext uri="{FF2B5EF4-FFF2-40B4-BE49-F238E27FC236}">
                    <a16:creationId xmlns:a16="http://schemas.microsoft.com/office/drawing/2014/main" id="{9221CD39-A736-45F1-92AA-8533C1D2772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481374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9 w 14097"/>
                  <a:gd name="connsiteY1" fmla="*/ 14097 h 14097"/>
                  <a:gd name="connsiteX2" fmla="*/ 0 w 14097"/>
                  <a:gd name="connsiteY2" fmla="*/ 7049 h 14097"/>
                  <a:gd name="connsiteX3" fmla="*/ 7049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3" name="Freeform: Shape 332">
                <a:extLst>
                  <a:ext uri="{FF2B5EF4-FFF2-40B4-BE49-F238E27FC236}">
                    <a16:creationId xmlns:a16="http://schemas.microsoft.com/office/drawing/2014/main" id="{B3025FBC-7A41-410A-AC63-DD483277D26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8 w 14096"/>
                  <a:gd name="connsiteY1" fmla="*/ 14097 h 14096"/>
                  <a:gd name="connsiteX2" fmla="*/ 0 w 14096"/>
                  <a:gd name="connsiteY2" fmla="*/ 7049 h 14096"/>
                  <a:gd name="connsiteX3" fmla="*/ 7048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4" name="Freeform: Shape 333">
                <a:extLst>
                  <a:ext uri="{FF2B5EF4-FFF2-40B4-BE49-F238E27FC236}">
                    <a16:creationId xmlns:a16="http://schemas.microsoft.com/office/drawing/2014/main" id="{09A5D562-F236-406C-A6FF-163F8FE2906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8 w 14096"/>
                  <a:gd name="connsiteY1" fmla="*/ 14097 h 14096"/>
                  <a:gd name="connsiteX2" fmla="*/ 0 w 14096"/>
                  <a:gd name="connsiteY2" fmla="*/ 7049 h 14096"/>
                  <a:gd name="connsiteX3" fmla="*/ 7048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5" name="Freeform: Shape 334">
                <a:extLst>
                  <a:ext uri="{FF2B5EF4-FFF2-40B4-BE49-F238E27FC236}">
                    <a16:creationId xmlns:a16="http://schemas.microsoft.com/office/drawing/2014/main" id="{98086E1B-8B11-4A2D-BB70-33C51E4762D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8 w 14096"/>
                  <a:gd name="connsiteY1" fmla="*/ 14097 h 14096"/>
                  <a:gd name="connsiteX2" fmla="*/ 0 w 14096"/>
                  <a:gd name="connsiteY2" fmla="*/ 7049 h 14096"/>
                  <a:gd name="connsiteX3" fmla="*/ 7048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6" name="Freeform: Shape 335">
                <a:extLst>
                  <a:ext uri="{FF2B5EF4-FFF2-40B4-BE49-F238E27FC236}">
                    <a16:creationId xmlns:a16="http://schemas.microsoft.com/office/drawing/2014/main" id="{7B908F0B-B32A-46B3-8587-82EC271B8C5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4" y="3481374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9 w 14097"/>
                  <a:gd name="connsiteY1" fmla="*/ 14097 h 14097"/>
                  <a:gd name="connsiteX2" fmla="*/ 0 w 14097"/>
                  <a:gd name="connsiteY2" fmla="*/ 7049 h 14097"/>
                  <a:gd name="connsiteX3" fmla="*/ 7049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7" name="Freeform: Shape 336">
                <a:extLst>
                  <a:ext uri="{FF2B5EF4-FFF2-40B4-BE49-F238E27FC236}">
                    <a16:creationId xmlns:a16="http://schemas.microsoft.com/office/drawing/2014/main" id="{B2687ECF-D561-41B0-AD3C-7F627A412B8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8 w 14096"/>
                  <a:gd name="connsiteY1" fmla="*/ 14097 h 14096"/>
                  <a:gd name="connsiteX2" fmla="*/ 0 w 14096"/>
                  <a:gd name="connsiteY2" fmla="*/ 7049 h 14096"/>
                  <a:gd name="connsiteX3" fmla="*/ 7048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8" name="Freeform: Shape 337">
                <a:extLst>
                  <a:ext uri="{FF2B5EF4-FFF2-40B4-BE49-F238E27FC236}">
                    <a16:creationId xmlns:a16="http://schemas.microsoft.com/office/drawing/2014/main" id="{F7F6218A-89E1-41D8-8C8C-6CF0F70F50A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540620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9" name="Freeform: Shape 338">
                <a:extLst>
                  <a:ext uri="{FF2B5EF4-FFF2-40B4-BE49-F238E27FC236}">
                    <a16:creationId xmlns:a16="http://schemas.microsoft.com/office/drawing/2014/main" id="{CAFE4E14-C851-4334-9F44-DFD70DD46D1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540620"/>
                <a:ext cx="14097" cy="14097"/>
              </a:xfrm>
              <a:custGeom>
                <a:avLst/>
                <a:gdLst>
                  <a:gd name="connsiteX0" fmla="*/ 14097 w 14097"/>
                  <a:gd name="connsiteY0" fmla="*/ 7048 h 14097"/>
                  <a:gd name="connsiteX1" fmla="*/ 7049 w 14097"/>
                  <a:gd name="connsiteY1" fmla="*/ 14097 h 14097"/>
                  <a:gd name="connsiteX2" fmla="*/ 0 w 14097"/>
                  <a:gd name="connsiteY2" fmla="*/ 7048 h 14097"/>
                  <a:gd name="connsiteX3" fmla="*/ 7049 w 14097"/>
                  <a:gd name="connsiteY3" fmla="*/ 0 h 14097"/>
                  <a:gd name="connsiteX4" fmla="*/ 14097 w 14097"/>
                  <a:gd name="connsiteY4" fmla="*/ 7048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8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8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40" name="Freeform: Shape 339">
                <a:extLst>
                  <a:ext uri="{FF2B5EF4-FFF2-40B4-BE49-F238E27FC236}">
                    <a16:creationId xmlns:a16="http://schemas.microsoft.com/office/drawing/2014/main" id="{7011BCD2-D4B9-4726-8FF7-FF4B12983A9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54062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41" name="Freeform: Shape 340">
                <a:extLst>
                  <a:ext uri="{FF2B5EF4-FFF2-40B4-BE49-F238E27FC236}">
                    <a16:creationId xmlns:a16="http://schemas.microsoft.com/office/drawing/2014/main" id="{D21E20DA-52FD-41FC-AB37-5468D9F208E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54062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42" name="Freeform: Shape 341">
                <a:extLst>
                  <a:ext uri="{FF2B5EF4-FFF2-40B4-BE49-F238E27FC236}">
                    <a16:creationId xmlns:a16="http://schemas.microsoft.com/office/drawing/2014/main" id="{69EB0F03-97F9-4207-9552-FD5F92185E2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54062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43" name="Freeform: Shape 342">
                <a:extLst>
                  <a:ext uri="{FF2B5EF4-FFF2-40B4-BE49-F238E27FC236}">
                    <a16:creationId xmlns:a16="http://schemas.microsoft.com/office/drawing/2014/main" id="{F1675131-367D-4E22-8170-BE1BCA565B4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4" y="3540620"/>
                <a:ext cx="14097" cy="14097"/>
              </a:xfrm>
              <a:custGeom>
                <a:avLst/>
                <a:gdLst>
                  <a:gd name="connsiteX0" fmla="*/ 14097 w 14097"/>
                  <a:gd name="connsiteY0" fmla="*/ 7048 h 14097"/>
                  <a:gd name="connsiteX1" fmla="*/ 7049 w 14097"/>
                  <a:gd name="connsiteY1" fmla="*/ 14097 h 14097"/>
                  <a:gd name="connsiteX2" fmla="*/ 0 w 14097"/>
                  <a:gd name="connsiteY2" fmla="*/ 7048 h 14097"/>
                  <a:gd name="connsiteX3" fmla="*/ 7049 w 14097"/>
                  <a:gd name="connsiteY3" fmla="*/ 0 h 14097"/>
                  <a:gd name="connsiteX4" fmla="*/ 14097 w 14097"/>
                  <a:gd name="connsiteY4" fmla="*/ 7048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8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8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44" name="Freeform: Shape 343">
                <a:extLst>
                  <a:ext uri="{FF2B5EF4-FFF2-40B4-BE49-F238E27FC236}">
                    <a16:creationId xmlns:a16="http://schemas.microsoft.com/office/drawing/2014/main" id="{8CA3664D-20A4-4FCC-9CD3-E7A452C5B4B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54062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45" name="Freeform: Shape 344">
                <a:extLst>
                  <a:ext uri="{FF2B5EF4-FFF2-40B4-BE49-F238E27FC236}">
                    <a16:creationId xmlns:a16="http://schemas.microsoft.com/office/drawing/2014/main" id="{A9515CFE-D1C5-4594-A572-DB2235C694B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599770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46" name="Freeform: Shape 345">
                <a:extLst>
                  <a:ext uri="{FF2B5EF4-FFF2-40B4-BE49-F238E27FC236}">
                    <a16:creationId xmlns:a16="http://schemas.microsoft.com/office/drawing/2014/main" id="{DCFB6755-EA85-4DA9-A570-59F500E95F4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599770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47" name="Freeform: Shape 346">
                <a:extLst>
                  <a:ext uri="{FF2B5EF4-FFF2-40B4-BE49-F238E27FC236}">
                    <a16:creationId xmlns:a16="http://schemas.microsoft.com/office/drawing/2014/main" id="{824F6828-D6CE-44D4-BF48-6FA7F588623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59977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48" name="Freeform: Shape 347">
                <a:extLst>
                  <a:ext uri="{FF2B5EF4-FFF2-40B4-BE49-F238E27FC236}">
                    <a16:creationId xmlns:a16="http://schemas.microsoft.com/office/drawing/2014/main" id="{97E302B6-BC6F-4DF5-B1FA-3BEE9926711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59977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49" name="Freeform: Shape 348">
                <a:extLst>
                  <a:ext uri="{FF2B5EF4-FFF2-40B4-BE49-F238E27FC236}">
                    <a16:creationId xmlns:a16="http://schemas.microsoft.com/office/drawing/2014/main" id="{42327E29-F07F-4C06-A1E3-19EBCABEE38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59977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50" name="Freeform: Shape 349">
                <a:extLst>
                  <a:ext uri="{FF2B5EF4-FFF2-40B4-BE49-F238E27FC236}">
                    <a16:creationId xmlns:a16="http://schemas.microsoft.com/office/drawing/2014/main" id="{1FF70127-1DB3-4507-ABD4-BE6242907A2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3" y="3599770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8 w 14097"/>
                  <a:gd name="connsiteY1" fmla="*/ 14097 h 14096"/>
                  <a:gd name="connsiteX2" fmla="*/ 0 w 14097"/>
                  <a:gd name="connsiteY2" fmla="*/ 7048 h 14096"/>
                  <a:gd name="connsiteX3" fmla="*/ 7048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51" name="Freeform: Shape 350">
                <a:extLst>
                  <a:ext uri="{FF2B5EF4-FFF2-40B4-BE49-F238E27FC236}">
                    <a16:creationId xmlns:a16="http://schemas.microsoft.com/office/drawing/2014/main" id="{9655D743-D6D1-4AAF-8644-B7B60533086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59977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52" name="Freeform: Shape 351">
                <a:extLst>
                  <a:ext uri="{FF2B5EF4-FFF2-40B4-BE49-F238E27FC236}">
                    <a16:creationId xmlns:a16="http://schemas.microsoft.com/office/drawing/2014/main" id="{AEB3D1EA-07D1-4406-BF5A-AEA41D7D216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7" y="3659014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53" name="Freeform: Shape 352">
                <a:extLst>
                  <a:ext uri="{FF2B5EF4-FFF2-40B4-BE49-F238E27FC236}">
                    <a16:creationId xmlns:a16="http://schemas.microsoft.com/office/drawing/2014/main" id="{0DFB99DC-1A5F-455D-9AD5-B84298D1CBA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2" y="3659014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54" name="Freeform: Shape 353">
                <a:extLst>
                  <a:ext uri="{FF2B5EF4-FFF2-40B4-BE49-F238E27FC236}">
                    <a16:creationId xmlns:a16="http://schemas.microsoft.com/office/drawing/2014/main" id="{30CD14F4-787A-4CB1-87CB-FD4A2881668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2" y="365901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55" name="Freeform: Shape 354">
                <a:extLst>
                  <a:ext uri="{FF2B5EF4-FFF2-40B4-BE49-F238E27FC236}">
                    <a16:creationId xmlns:a16="http://schemas.microsoft.com/office/drawing/2014/main" id="{A23CE74A-BDFD-4B56-84CA-734581FCF2A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65901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56" name="Freeform: Shape 355">
                <a:extLst>
                  <a:ext uri="{FF2B5EF4-FFF2-40B4-BE49-F238E27FC236}">
                    <a16:creationId xmlns:a16="http://schemas.microsoft.com/office/drawing/2014/main" id="{9E4FE61F-77E6-40E1-97B9-2B88B7CE9C2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65901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57" name="Freeform: Shape 356">
                <a:extLst>
                  <a:ext uri="{FF2B5EF4-FFF2-40B4-BE49-F238E27FC236}">
                    <a16:creationId xmlns:a16="http://schemas.microsoft.com/office/drawing/2014/main" id="{3C5471DE-7760-4942-9752-D8676B2BED1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3" y="3659014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8 w 14097"/>
                  <a:gd name="connsiteY1" fmla="*/ 14097 h 14096"/>
                  <a:gd name="connsiteX2" fmla="*/ 0 w 14097"/>
                  <a:gd name="connsiteY2" fmla="*/ 7048 h 14096"/>
                  <a:gd name="connsiteX3" fmla="*/ 7048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58" name="Freeform: Shape 357">
                <a:extLst>
                  <a:ext uri="{FF2B5EF4-FFF2-40B4-BE49-F238E27FC236}">
                    <a16:creationId xmlns:a16="http://schemas.microsoft.com/office/drawing/2014/main" id="{AFC6266D-DA02-4614-88F2-7077DCC2919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65901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59" name="Freeform: Shape 358">
                <a:extLst>
                  <a:ext uri="{FF2B5EF4-FFF2-40B4-BE49-F238E27FC236}">
                    <a16:creationId xmlns:a16="http://schemas.microsoft.com/office/drawing/2014/main" id="{AE1A43A2-78D9-4279-B715-FED7BD949D5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9" y="3718165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60" name="Freeform: Shape 359">
                <a:extLst>
                  <a:ext uri="{FF2B5EF4-FFF2-40B4-BE49-F238E27FC236}">
                    <a16:creationId xmlns:a16="http://schemas.microsoft.com/office/drawing/2014/main" id="{A2B18DEA-1741-42E2-9097-7B5DE001832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4" y="3718165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61" name="Freeform: Shape 360">
                <a:extLst>
                  <a:ext uri="{FF2B5EF4-FFF2-40B4-BE49-F238E27FC236}">
                    <a16:creationId xmlns:a16="http://schemas.microsoft.com/office/drawing/2014/main" id="{A78E9B74-5DCA-4B60-89A6-2B3A85E24AE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4" y="371816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62" name="Freeform: Shape 361">
                <a:extLst>
                  <a:ext uri="{FF2B5EF4-FFF2-40B4-BE49-F238E27FC236}">
                    <a16:creationId xmlns:a16="http://schemas.microsoft.com/office/drawing/2014/main" id="{057B4547-96DD-4BA0-994D-C76DE93AD39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9" y="371816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63" name="Freeform: Shape 362">
                <a:extLst>
                  <a:ext uri="{FF2B5EF4-FFF2-40B4-BE49-F238E27FC236}">
                    <a16:creationId xmlns:a16="http://schemas.microsoft.com/office/drawing/2014/main" id="{30454D66-4E7A-44FE-9822-3D34133AB34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9" y="371816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64" name="Freeform: Shape 363">
                <a:extLst>
                  <a:ext uri="{FF2B5EF4-FFF2-40B4-BE49-F238E27FC236}">
                    <a16:creationId xmlns:a16="http://schemas.microsoft.com/office/drawing/2014/main" id="{29051627-5724-440D-8B81-D4F83BE986D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4" y="3718165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8 w 14097"/>
                  <a:gd name="connsiteY1" fmla="*/ 14097 h 14096"/>
                  <a:gd name="connsiteX2" fmla="*/ 0 w 14097"/>
                  <a:gd name="connsiteY2" fmla="*/ 7048 h 14096"/>
                  <a:gd name="connsiteX3" fmla="*/ 7048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65" name="Freeform: Shape 364">
                <a:extLst>
                  <a:ext uri="{FF2B5EF4-FFF2-40B4-BE49-F238E27FC236}">
                    <a16:creationId xmlns:a16="http://schemas.microsoft.com/office/drawing/2014/main" id="{38507626-34D1-4BBF-B9EF-BDE8BBBFD6C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5" y="371816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66" name="Freeform: Shape 365">
                <a:extLst>
                  <a:ext uri="{FF2B5EF4-FFF2-40B4-BE49-F238E27FC236}">
                    <a16:creationId xmlns:a16="http://schemas.microsoft.com/office/drawing/2014/main" id="{209CB8E9-BC41-4D95-B65F-8285256ADF8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40" y="3777410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67" name="Freeform: Shape 366">
                <a:extLst>
                  <a:ext uri="{FF2B5EF4-FFF2-40B4-BE49-F238E27FC236}">
                    <a16:creationId xmlns:a16="http://schemas.microsoft.com/office/drawing/2014/main" id="{FB597DBE-D5A0-45B1-A659-8452BF04ABD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5" y="3777410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8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68" name="Freeform: Shape 367">
                <a:extLst>
                  <a:ext uri="{FF2B5EF4-FFF2-40B4-BE49-F238E27FC236}">
                    <a16:creationId xmlns:a16="http://schemas.microsoft.com/office/drawing/2014/main" id="{053D2250-26AE-4ED4-8644-0A23D1CBCCE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6" y="3777408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69" name="Freeform: Shape 368">
                <a:extLst>
                  <a:ext uri="{FF2B5EF4-FFF2-40B4-BE49-F238E27FC236}">
                    <a16:creationId xmlns:a16="http://schemas.microsoft.com/office/drawing/2014/main" id="{932173CC-8796-4913-BFB5-DEABBA85533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83" y="3777408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70" name="Freeform: Shape 369">
                <a:extLst>
                  <a:ext uri="{FF2B5EF4-FFF2-40B4-BE49-F238E27FC236}">
                    <a16:creationId xmlns:a16="http://schemas.microsoft.com/office/drawing/2014/main" id="{79FC0C90-AECD-45F4-8BAD-CA3DAC393CC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35" y="3777408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71" name="Freeform: Shape 370">
                <a:extLst>
                  <a:ext uri="{FF2B5EF4-FFF2-40B4-BE49-F238E27FC236}">
                    <a16:creationId xmlns:a16="http://schemas.microsoft.com/office/drawing/2014/main" id="{9475113E-1AC5-4621-A394-9D0657FC01F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82" y="3777410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8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72" name="Freeform: Shape 371">
                <a:extLst>
                  <a:ext uri="{FF2B5EF4-FFF2-40B4-BE49-F238E27FC236}">
                    <a16:creationId xmlns:a16="http://schemas.microsoft.com/office/drawing/2014/main" id="{EF8491AB-6DD8-4293-B4D7-550388F1BB6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31" y="3777408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73" name="Freeform: Shape 372">
                <a:extLst>
                  <a:ext uri="{FF2B5EF4-FFF2-40B4-BE49-F238E27FC236}">
                    <a16:creationId xmlns:a16="http://schemas.microsoft.com/office/drawing/2014/main" id="{1851A60B-8BBD-4C38-9143-0AF1DC78368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76" y="3481374"/>
                <a:ext cx="14097" cy="14096"/>
              </a:xfrm>
              <a:custGeom>
                <a:avLst/>
                <a:gdLst>
                  <a:gd name="connsiteX0" fmla="*/ 14097 w 14097"/>
                  <a:gd name="connsiteY0" fmla="*/ 7049 h 14096"/>
                  <a:gd name="connsiteX1" fmla="*/ 7049 w 14097"/>
                  <a:gd name="connsiteY1" fmla="*/ 14097 h 14096"/>
                  <a:gd name="connsiteX2" fmla="*/ 0 w 14097"/>
                  <a:gd name="connsiteY2" fmla="*/ 7049 h 14096"/>
                  <a:gd name="connsiteX3" fmla="*/ 7049 w 14097"/>
                  <a:gd name="connsiteY3" fmla="*/ 0 h 14096"/>
                  <a:gd name="connsiteX4" fmla="*/ 14097 w 14097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74" name="Freeform: Shape 373">
                <a:extLst>
                  <a:ext uri="{FF2B5EF4-FFF2-40B4-BE49-F238E27FC236}">
                    <a16:creationId xmlns:a16="http://schemas.microsoft.com/office/drawing/2014/main" id="{B9810BA7-727E-4871-A866-A0CD5EE6CD7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7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8 w 14096"/>
                  <a:gd name="connsiteY1" fmla="*/ 14097 h 14096"/>
                  <a:gd name="connsiteX2" fmla="*/ 0 w 14096"/>
                  <a:gd name="connsiteY2" fmla="*/ 7049 h 14096"/>
                  <a:gd name="connsiteX3" fmla="*/ 7048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75" name="Freeform: Shape 374">
                <a:extLst>
                  <a:ext uri="{FF2B5EF4-FFF2-40B4-BE49-F238E27FC236}">
                    <a16:creationId xmlns:a16="http://schemas.microsoft.com/office/drawing/2014/main" id="{E2252C24-7565-4F9E-81B7-F0385F30CB9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72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9 w 14096"/>
                  <a:gd name="connsiteY1" fmla="*/ 14097 h 14096"/>
                  <a:gd name="connsiteX2" fmla="*/ 0 w 14096"/>
                  <a:gd name="connsiteY2" fmla="*/ 7049 h 14096"/>
                  <a:gd name="connsiteX3" fmla="*/ 7049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76" name="Freeform: Shape 375">
                <a:extLst>
                  <a:ext uri="{FF2B5EF4-FFF2-40B4-BE49-F238E27FC236}">
                    <a16:creationId xmlns:a16="http://schemas.microsoft.com/office/drawing/2014/main" id="{91095F58-4C7C-4261-AF74-4C8BEA99F8E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22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8 w 14096"/>
                  <a:gd name="connsiteY1" fmla="*/ 14097 h 14096"/>
                  <a:gd name="connsiteX2" fmla="*/ 0 w 14096"/>
                  <a:gd name="connsiteY2" fmla="*/ 7049 h 14096"/>
                  <a:gd name="connsiteX3" fmla="*/ 7048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77" name="Freeform: Shape 376">
                <a:extLst>
                  <a:ext uri="{FF2B5EF4-FFF2-40B4-BE49-F238E27FC236}">
                    <a16:creationId xmlns:a16="http://schemas.microsoft.com/office/drawing/2014/main" id="{A79FED60-FFC3-4420-BB54-25D7E3D20C8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8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8 w 14096"/>
                  <a:gd name="connsiteY1" fmla="*/ 14097 h 14096"/>
                  <a:gd name="connsiteX2" fmla="*/ 0 w 14096"/>
                  <a:gd name="connsiteY2" fmla="*/ 7049 h 14096"/>
                  <a:gd name="connsiteX3" fmla="*/ 7048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78" name="Freeform: Shape 377">
                <a:extLst>
                  <a:ext uri="{FF2B5EF4-FFF2-40B4-BE49-F238E27FC236}">
                    <a16:creationId xmlns:a16="http://schemas.microsoft.com/office/drawing/2014/main" id="{1B619CEC-F915-4E63-AF98-E4212F9F66B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7" y="3481373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8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8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79" name="Freeform: Shape 378">
                <a:extLst>
                  <a:ext uri="{FF2B5EF4-FFF2-40B4-BE49-F238E27FC236}">
                    <a16:creationId xmlns:a16="http://schemas.microsoft.com/office/drawing/2014/main" id="{03FBB620-A91A-4FF4-B380-DC4FEC600FE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76" y="3540622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80" name="Freeform: Shape 379">
                <a:extLst>
                  <a:ext uri="{FF2B5EF4-FFF2-40B4-BE49-F238E27FC236}">
                    <a16:creationId xmlns:a16="http://schemas.microsoft.com/office/drawing/2014/main" id="{912F7E0D-8362-4060-BB77-EC596B279AD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7" y="3540623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81" name="Freeform: Shape 380">
                <a:extLst>
                  <a:ext uri="{FF2B5EF4-FFF2-40B4-BE49-F238E27FC236}">
                    <a16:creationId xmlns:a16="http://schemas.microsoft.com/office/drawing/2014/main" id="{4F11F9EE-F36A-4206-AE5B-60825B153B8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72" y="3540626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9 w 14096"/>
                  <a:gd name="connsiteY1" fmla="*/ 14097 h 14096"/>
                  <a:gd name="connsiteX2" fmla="*/ 0 w 14096"/>
                  <a:gd name="connsiteY2" fmla="*/ 7048 h 14096"/>
                  <a:gd name="connsiteX3" fmla="*/ 7049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82" name="Freeform: Shape 381">
                <a:extLst>
                  <a:ext uri="{FF2B5EF4-FFF2-40B4-BE49-F238E27FC236}">
                    <a16:creationId xmlns:a16="http://schemas.microsoft.com/office/drawing/2014/main" id="{F342A80B-ACB4-4C6F-8250-212611A28BF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22" y="3540627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83" name="Freeform: Shape 382">
                <a:extLst>
                  <a:ext uri="{FF2B5EF4-FFF2-40B4-BE49-F238E27FC236}">
                    <a16:creationId xmlns:a16="http://schemas.microsoft.com/office/drawing/2014/main" id="{D4EC40C9-93C0-498E-A05D-17EF46BB9B3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8" y="354063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84" name="Freeform: Shape 383">
                <a:extLst>
                  <a:ext uri="{FF2B5EF4-FFF2-40B4-BE49-F238E27FC236}">
                    <a16:creationId xmlns:a16="http://schemas.microsoft.com/office/drawing/2014/main" id="{E42CF2F2-4895-495A-B10B-EE6C93BDBDC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7" y="3540631"/>
                <a:ext cx="14096" cy="14097"/>
              </a:xfrm>
              <a:custGeom>
                <a:avLst/>
                <a:gdLst>
                  <a:gd name="connsiteX0" fmla="*/ 14097 w 14096"/>
                  <a:gd name="connsiteY0" fmla="*/ 7048 h 14097"/>
                  <a:gd name="connsiteX1" fmla="*/ 7048 w 14096"/>
                  <a:gd name="connsiteY1" fmla="*/ 14097 h 14097"/>
                  <a:gd name="connsiteX2" fmla="*/ 0 w 14096"/>
                  <a:gd name="connsiteY2" fmla="*/ 7048 h 14097"/>
                  <a:gd name="connsiteX3" fmla="*/ 7048 w 14096"/>
                  <a:gd name="connsiteY3" fmla="*/ 0 h 14097"/>
                  <a:gd name="connsiteX4" fmla="*/ 14097 w 14096"/>
                  <a:gd name="connsiteY4" fmla="*/ 7048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8"/>
                    </a:moveTo>
                    <a:cubicBezTo>
                      <a:pt x="14097" y="10941"/>
                      <a:pt x="10941" y="14097"/>
                      <a:pt x="7048" y="14097"/>
                    </a:cubicBezTo>
                    <a:cubicBezTo>
                      <a:pt x="3156" y="14097"/>
                      <a:pt x="0" y="10941"/>
                      <a:pt x="0" y="7048"/>
                    </a:cubicBezTo>
                    <a:cubicBezTo>
                      <a:pt x="0" y="3156"/>
                      <a:pt x="3156" y="0"/>
                      <a:pt x="7048" y="0"/>
                    </a:cubicBezTo>
                    <a:cubicBezTo>
                      <a:pt x="10941" y="0"/>
                      <a:pt x="14097" y="3156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85" name="Freeform: Shape 384">
                <a:extLst>
                  <a:ext uri="{FF2B5EF4-FFF2-40B4-BE49-F238E27FC236}">
                    <a16:creationId xmlns:a16="http://schemas.microsoft.com/office/drawing/2014/main" id="{2AFEDFDC-CB51-46B4-8294-26B55F973A4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76" y="3599781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86" name="Freeform: Shape 385">
                <a:extLst>
                  <a:ext uri="{FF2B5EF4-FFF2-40B4-BE49-F238E27FC236}">
                    <a16:creationId xmlns:a16="http://schemas.microsoft.com/office/drawing/2014/main" id="{AD19ED5F-B560-4366-AD14-9EC71C7ED6F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7" y="3599781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87" name="Freeform: Shape 386">
                <a:extLst>
                  <a:ext uri="{FF2B5EF4-FFF2-40B4-BE49-F238E27FC236}">
                    <a16:creationId xmlns:a16="http://schemas.microsoft.com/office/drawing/2014/main" id="{42E95D3F-2E55-4021-9D6F-B6E7224C9B4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72" y="3599781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9 w 14096"/>
                  <a:gd name="connsiteY1" fmla="*/ 14097 h 14096"/>
                  <a:gd name="connsiteX2" fmla="*/ 0 w 14096"/>
                  <a:gd name="connsiteY2" fmla="*/ 7048 h 14096"/>
                  <a:gd name="connsiteX3" fmla="*/ 7049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88" name="Freeform: Shape 387">
                <a:extLst>
                  <a:ext uri="{FF2B5EF4-FFF2-40B4-BE49-F238E27FC236}">
                    <a16:creationId xmlns:a16="http://schemas.microsoft.com/office/drawing/2014/main" id="{F45660DB-2DA2-4937-B362-69FA55D2B5A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22" y="3599781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89" name="Freeform: Shape 388">
                <a:extLst>
                  <a:ext uri="{FF2B5EF4-FFF2-40B4-BE49-F238E27FC236}">
                    <a16:creationId xmlns:a16="http://schemas.microsoft.com/office/drawing/2014/main" id="{FA488514-5D26-42FF-BD81-E9F2E1DE36B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8" y="359978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90" name="Freeform: Shape 389">
                <a:extLst>
                  <a:ext uri="{FF2B5EF4-FFF2-40B4-BE49-F238E27FC236}">
                    <a16:creationId xmlns:a16="http://schemas.microsoft.com/office/drawing/2014/main" id="{421E4366-604D-4893-BE4C-08D448A06C1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7" y="3599782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91" name="Freeform: Shape 390">
                <a:extLst>
                  <a:ext uri="{FF2B5EF4-FFF2-40B4-BE49-F238E27FC236}">
                    <a16:creationId xmlns:a16="http://schemas.microsoft.com/office/drawing/2014/main" id="{9128E702-7B78-4B59-BAB4-530DF53A86E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76" y="3659026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92" name="Freeform: Shape 391">
                <a:extLst>
                  <a:ext uri="{FF2B5EF4-FFF2-40B4-BE49-F238E27FC236}">
                    <a16:creationId xmlns:a16="http://schemas.microsoft.com/office/drawing/2014/main" id="{97456D98-32F2-4486-81EE-5CBDC513798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7" y="3659026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93" name="Freeform: Shape 392">
                <a:extLst>
                  <a:ext uri="{FF2B5EF4-FFF2-40B4-BE49-F238E27FC236}">
                    <a16:creationId xmlns:a16="http://schemas.microsoft.com/office/drawing/2014/main" id="{F3173B06-C53D-4E52-B3D3-7D10BB963E4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72" y="3659026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9 w 14096"/>
                  <a:gd name="connsiteY1" fmla="*/ 14097 h 14096"/>
                  <a:gd name="connsiteX2" fmla="*/ 0 w 14096"/>
                  <a:gd name="connsiteY2" fmla="*/ 7048 h 14096"/>
                  <a:gd name="connsiteX3" fmla="*/ 7049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94" name="Freeform: Shape 393">
                <a:extLst>
                  <a:ext uri="{FF2B5EF4-FFF2-40B4-BE49-F238E27FC236}">
                    <a16:creationId xmlns:a16="http://schemas.microsoft.com/office/drawing/2014/main" id="{A5E08649-A0F1-4F92-9B1A-23DD0768E2B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22" y="3659026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95" name="Freeform: Shape 394">
                <a:extLst>
                  <a:ext uri="{FF2B5EF4-FFF2-40B4-BE49-F238E27FC236}">
                    <a16:creationId xmlns:a16="http://schemas.microsoft.com/office/drawing/2014/main" id="{0386755E-BD00-42F5-8AFD-3FE177FD6EB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8" y="3659026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96" name="Freeform: Shape 395">
                <a:extLst>
                  <a:ext uri="{FF2B5EF4-FFF2-40B4-BE49-F238E27FC236}">
                    <a16:creationId xmlns:a16="http://schemas.microsoft.com/office/drawing/2014/main" id="{38479D89-3237-4F5A-9785-2F84E973FC5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7" y="3659026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97" name="Freeform: Shape 396">
                <a:extLst>
                  <a:ext uri="{FF2B5EF4-FFF2-40B4-BE49-F238E27FC236}">
                    <a16:creationId xmlns:a16="http://schemas.microsoft.com/office/drawing/2014/main" id="{F86502C8-2734-48E5-9834-A8435644CD5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76" y="3718177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98" name="Freeform: Shape 397">
                <a:extLst>
                  <a:ext uri="{FF2B5EF4-FFF2-40B4-BE49-F238E27FC236}">
                    <a16:creationId xmlns:a16="http://schemas.microsoft.com/office/drawing/2014/main" id="{CEA77AA6-BB37-4CE8-9E75-DB4F595BA26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7" y="3718177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99" name="Freeform: Shape 398">
                <a:extLst>
                  <a:ext uri="{FF2B5EF4-FFF2-40B4-BE49-F238E27FC236}">
                    <a16:creationId xmlns:a16="http://schemas.microsoft.com/office/drawing/2014/main" id="{CF79F8C8-5618-4880-A26B-8310380F0E8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72" y="3718177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9 w 14096"/>
                  <a:gd name="connsiteY1" fmla="*/ 14097 h 14096"/>
                  <a:gd name="connsiteX2" fmla="*/ 0 w 14096"/>
                  <a:gd name="connsiteY2" fmla="*/ 7048 h 14096"/>
                  <a:gd name="connsiteX3" fmla="*/ 7049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00" name="Freeform: Shape 399">
                <a:extLst>
                  <a:ext uri="{FF2B5EF4-FFF2-40B4-BE49-F238E27FC236}">
                    <a16:creationId xmlns:a16="http://schemas.microsoft.com/office/drawing/2014/main" id="{880EE80C-A78F-4B21-985E-50CACEF2EB3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22" y="3718177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01" name="Freeform: Shape 400">
                <a:extLst>
                  <a:ext uri="{FF2B5EF4-FFF2-40B4-BE49-F238E27FC236}">
                    <a16:creationId xmlns:a16="http://schemas.microsoft.com/office/drawing/2014/main" id="{0EDC8879-9797-42E5-AB8E-E36229BF3F1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8" y="3718172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02" name="Freeform: Shape 401">
                <a:extLst>
                  <a:ext uri="{FF2B5EF4-FFF2-40B4-BE49-F238E27FC236}">
                    <a16:creationId xmlns:a16="http://schemas.microsoft.com/office/drawing/2014/main" id="{1B37764D-AF04-4F2C-81D9-5EFA3E5C028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7" y="3718176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03" name="Freeform: Shape 402">
                <a:extLst>
                  <a:ext uri="{FF2B5EF4-FFF2-40B4-BE49-F238E27FC236}">
                    <a16:creationId xmlns:a16="http://schemas.microsoft.com/office/drawing/2014/main" id="{31C6105B-1E1B-4444-A6E5-5B157F3C16E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72" y="3777419"/>
                <a:ext cx="14097" cy="14099"/>
              </a:xfrm>
              <a:custGeom>
                <a:avLst/>
                <a:gdLst>
                  <a:gd name="connsiteX0" fmla="*/ 14097 w 14097"/>
                  <a:gd name="connsiteY0" fmla="*/ 7051 h 14099"/>
                  <a:gd name="connsiteX1" fmla="*/ 7049 w 14097"/>
                  <a:gd name="connsiteY1" fmla="*/ 14099 h 14099"/>
                  <a:gd name="connsiteX2" fmla="*/ 0 w 14097"/>
                  <a:gd name="connsiteY2" fmla="*/ 7051 h 14099"/>
                  <a:gd name="connsiteX3" fmla="*/ 7049 w 14097"/>
                  <a:gd name="connsiteY3" fmla="*/ 2 h 14099"/>
                  <a:gd name="connsiteX4" fmla="*/ 14097 w 14097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04" name="Freeform: Shape 403">
                <a:extLst>
                  <a:ext uri="{FF2B5EF4-FFF2-40B4-BE49-F238E27FC236}">
                    <a16:creationId xmlns:a16="http://schemas.microsoft.com/office/drawing/2014/main" id="{559B4EC8-EFFF-4DCA-AAB8-26AF6679DE1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2" y="3777419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05" name="Freeform: Shape 404">
                <a:extLst>
                  <a:ext uri="{FF2B5EF4-FFF2-40B4-BE49-F238E27FC236}">
                    <a16:creationId xmlns:a16="http://schemas.microsoft.com/office/drawing/2014/main" id="{ED93E274-9D58-4EC9-80D4-33D9D3A090C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68" y="3777419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9 w 14096"/>
                  <a:gd name="connsiteY1" fmla="*/ 14099 h 14099"/>
                  <a:gd name="connsiteX2" fmla="*/ 0 w 14096"/>
                  <a:gd name="connsiteY2" fmla="*/ 7051 h 14099"/>
                  <a:gd name="connsiteX3" fmla="*/ 7049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859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06" name="Freeform: Shape 405">
                <a:extLst>
                  <a:ext uri="{FF2B5EF4-FFF2-40B4-BE49-F238E27FC236}">
                    <a16:creationId xmlns:a16="http://schemas.microsoft.com/office/drawing/2014/main" id="{6E5616A1-0B5F-4D6D-910E-792B393B336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24" y="3777383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07" name="Freeform: Shape 406">
                <a:extLst>
                  <a:ext uri="{FF2B5EF4-FFF2-40B4-BE49-F238E27FC236}">
                    <a16:creationId xmlns:a16="http://schemas.microsoft.com/office/drawing/2014/main" id="{BDD0D9C8-A2E7-4C95-BBC5-5E2D62D6708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87" y="3777429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858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08" name="Freeform: Shape 407">
                <a:extLst>
                  <a:ext uri="{FF2B5EF4-FFF2-40B4-BE49-F238E27FC236}">
                    <a16:creationId xmlns:a16="http://schemas.microsoft.com/office/drawing/2014/main" id="{509401FA-7222-4A17-828C-1729888E936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24" y="377742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41"/>
                      <a:pt x="10941" y="14097"/>
                      <a:pt x="7048" y="14097"/>
                    </a:cubicBezTo>
                    <a:cubicBezTo>
                      <a:pt x="3156" y="14097"/>
                      <a:pt x="0" y="10941"/>
                      <a:pt x="0" y="7048"/>
                    </a:cubicBezTo>
                    <a:cubicBezTo>
                      <a:pt x="0" y="3156"/>
                      <a:pt x="3156" y="0"/>
                      <a:pt x="7048" y="0"/>
                    </a:cubicBezTo>
                    <a:cubicBezTo>
                      <a:pt x="10941" y="0"/>
                      <a:pt x="14097" y="3156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420" name="Graphic 4">
              <a:extLst>
                <a:ext uri="{FF2B5EF4-FFF2-40B4-BE49-F238E27FC236}">
                  <a16:creationId xmlns:a16="http://schemas.microsoft.com/office/drawing/2014/main" id="{7B025375-9B31-46A6-87EC-BA8E94E678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10154385" y="4452524"/>
              <a:ext cx="1443404" cy="1443428"/>
              <a:chOff x="5734037" y="3067039"/>
              <a:chExt cx="724483" cy="724489"/>
            </a:xfrm>
            <a:grpFill/>
          </p:grpSpPr>
          <p:sp>
            <p:nvSpPr>
              <p:cNvPr id="421" name="Freeform: Shape 70">
                <a:extLst>
                  <a:ext uri="{FF2B5EF4-FFF2-40B4-BE49-F238E27FC236}">
                    <a16:creationId xmlns:a16="http://schemas.microsoft.com/office/drawing/2014/main" id="{454AFC84-3FCF-4783-9CE6-BE7BCF5CB7D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067039"/>
                <a:ext cx="14192" cy="14097"/>
              </a:xfrm>
              <a:custGeom>
                <a:avLst/>
                <a:gdLst>
                  <a:gd name="connsiteX0" fmla="*/ 14192 w 14192"/>
                  <a:gd name="connsiteY0" fmla="*/ 7049 h 14097"/>
                  <a:gd name="connsiteX1" fmla="*/ 7144 w 14192"/>
                  <a:gd name="connsiteY1" fmla="*/ 14097 h 14097"/>
                  <a:gd name="connsiteX2" fmla="*/ 0 w 14192"/>
                  <a:gd name="connsiteY2" fmla="*/ 7049 h 14097"/>
                  <a:gd name="connsiteX3" fmla="*/ 7049 w 14192"/>
                  <a:gd name="connsiteY3" fmla="*/ 0 h 14097"/>
                  <a:gd name="connsiteX4" fmla="*/ 14192 w 14192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7">
                    <a:moveTo>
                      <a:pt x="14192" y="7049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22" name="Freeform: Shape 71">
                <a:extLst>
                  <a:ext uri="{FF2B5EF4-FFF2-40B4-BE49-F238E27FC236}">
                    <a16:creationId xmlns:a16="http://schemas.microsoft.com/office/drawing/2014/main" id="{EEC3B2D5-1605-4334-8CC6-33D5D53E7F7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067039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9 w 14097"/>
                  <a:gd name="connsiteY1" fmla="*/ 14097 h 14097"/>
                  <a:gd name="connsiteX2" fmla="*/ 0 w 14097"/>
                  <a:gd name="connsiteY2" fmla="*/ 7049 h 14097"/>
                  <a:gd name="connsiteX3" fmla="*/ 7049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23" name="Freeform: Shape 72">
                <a:extLst>
                  <a:ext uri="{FF2B5EF4-FFF2-40B4-BE49-F238E27FC236}">
                    <a16:creationId xmlns:a16="http://schemas.microsoft.com/office/drawing/2014/main" id="{893286B7-109A-47DD-BD18-3A8E2FCDF53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24" name="Freeform: Shape 73">
                <a:extLst>
                  <a:ext uri="{FF2B5EF4-FFF2-40B4-BE49-F238E27FC236}">
                    <a16:creationId xmlns:a16="http://schemas.microsoft.com/office/drawing/2014/main" id="{A6E4611D-D180-45CC-95F3-4D780BF21A1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25" name="Freeform: Shape 74">
                <a:extLst>
                  <a:ext uri="{FF2B5EF4-FFF2-40B4-BE49-F238E27FC236}">
                    <a16:creationId xmlns:a16="http://schemas.microsoft.com/office/drawing/2014/main" id="{075D9DF6-64E6-48A9-89BE-1AEDF3DBA23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26" name="Freeform: Shape 75">
                <a:extLst>
                  <a:ext uri="{FF2B5EF4-FFF2-40B4-BE49-F238E27FC236}">
                    <a16:creationId xmlns:a16="http://schemas.microsoft.com/office/drawing/2014/main" id="{A77E91B6-62FE-4219-8648-2FA062EE04A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4" y="3067039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9 w 14097"/>
                  <a:gd name="connsiteY1" fmla="*/ 14097 h 14097"/>
                  <a:gd name="connsiteX2" fmla="*/ 0 w 14097"/>
                  <a:gd name="connsiteY2" fmla="*/ 7049 h 14097"/>
                  <a:gd name="connsiteX3" fmla="*/ 7049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27" name="Freeform: Shape 76">
                <a:extLst>
                  <a:ext uri="{FF2B5EF4-FFF2-40B4-BE49-F238E27FC236}">
                    <a16:creationId xmlns:a16="http://schemas.microsoft.com/office/drawing/2014/main" id="{E05794AA-8ED8-4FEB-B9E2-3D68295520A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8" name="Freeform: Shape 77">
                <a:extLst>
                  <a:ext uri="{FF2B5EF4-FFF2-40B4-BE49-F238E27FC236}">
                    <a16:creationId xmlns:a16="http://schemas.microsoft.com/office/drawing/2014/main" id="{0CEF7D50-E12D-4F46-9B10-16E903FB7FF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126284"/>
                <a:ext cx="14192" cy="14097"/>
              </a:xfrm>
              <a:custGeom>
                <a:avLst/>
                <a:gdLst>
                  <a:gd name="connsiteX0" fmla="*/ 14192 w 14192"/>
                  <a:gd name="connsiteY0" fmla="*/ 7049 h 14097"/>
                  <a:gd name="connsiteX1" fmla="*/ 7144 w 14192"/>
                  <a:gd name="connsiteY1" fmla="*/ 14097 h 14097"/>
                  <a:gd name="connsiteX2" fmla="*/ 0 w 14192"/>
                  <a:gd name="connsiteY2" fmla="*/ 7049 h 14097"/>
                  <a:gd name="connsiteX3" fmla="*/ 7049 w 14192"/>
                  <a:gd name="connsiteY3" fmla="*/ 0 h 14097"/>
                  <a:gd name="connsiteX4" fmla="*/ 14192 w 14192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7">
                    <a:moveTo>
                      <a:pt x="14192" y="7049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9" name="Freeform: Shape 78">
                <a:extLst>
                  <a:ext uri="{FF2B5EF4-FFF2-40B4-BE49-F238E27FC236}">
                    <a16:creationId xmlns:a16="http://schemas.microsoft.com/office/drawing/2014/main" id="{4D885088-5CE2-4ABB-AC5F-8E295C63A4B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126282"/>
                <a:ext cx="14097" cy="14099"/>
              </a:xfrm>
              <a:custGeom>
                <a:avLst/>
                <a:gdLst>
                  <a:gd name="connsiteX0" fmla="*/ 14097 w 14097"/>
                  <a:gd name="connsiteY0" fmla="*/ 7051 h 14099"/>
                  <a:gd name="connsiteX1" fmla="*/ 7049 w 14097"/>
                  <a:gd name="connsiteY1" fmla="*/ 14099 h 14099"/>
                  <a:gd name="connsiteX2" fmla="*/ 0 w 14097"/>
                  <a:gd name="connsiteY2" fmla="*/ 7051 h 14099"/>
                  <a:gd name="connsiteX3" fmla="*/ 7049 w 14097"/>
                  <a:gd name="connsiteY3" fmla="*/ 2 h 14099"/>
                  <a:gd name="connsiteX4" fmla="*/ 14097 w 14097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0" name="Freeform: Shape 79">
                <a:extLst>
                  <a:ext uri="{FF2B5EF4-FFF2-40B4-BE49-F238E27FC236}">
                    <a16:creationId xmlns:a16="http://schemas.microsoft.com/office/drawing/2014/main" id="{B7F9B5BB-81CC-442B-B607-5F084799EE8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12628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1" name="Freeform: Shape 80">
                <a:extLst>
                  <a:ext uri="{FF2B5EF4-FFF2-40B4-BE49-F238E27FC236}">
                    <a16:creationId xmlns:a16="http://schemas.microsoft.com/office/drawing/2014/main" id="{1CC6AB35-BB47-42CE-9492-77B57C36139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12628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2" name="Freeform: Shape 81">
                <a:extLst>
                  <a:ext uri="{FF2B5EF4-FFF2-40B4-BE49-F238E27FC236}">
                    <a16:creationId xmlns:a16="http://schemas.microsoft.com/office/drawing/2014/main" id="{E13E089E-A0F7-4B85-BFEF-EABBF38248B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12628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3" name="Freeform: Shape 82">
                <a:extLst>
                  <a:ext uri="{FF2B5EF4-FFF2-40B4-BE49-F238E27FC236}">
                    <a16:creationId xmlns:a16="http://schemas.microsoft.com/office/drawing/2014/main" id="{9306C271-11BD-4ACA-99FC-BC847B6ABD8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3" y="3126284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8 w 14097"/>
                  <a:gd name="connsiteY1" fmla="*/ 14097 h 14097"/>
                  <a:gd name="connsiteX2" fmla="*/ 0 w 14097"/>
                  <a:gd name="connsiteY2" fmla="*/ 7049 h 14097"/>
                  <a:gd name="connsiteX3" fmla="*/ 7048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4" name="Freeform: Shape 83">
                <a:extLst>
                  <a:ext uri="{FF2B5EF4-FFF2-40B4-BE49-F238E27FC236}">
                    <a16:creationId xmlns:a16="http://schemas.microsoft.com/office/drawing/2014/main" id="{A51C39C2-B68B-4FB3-AF93-3B6EFC5EB89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12628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5" name="Freeform: Shape 84">
                <a:extLst>
                  <a:ext uri="{FF2B5EF4-FFF2-40B4-BE49-F238E27FC236}">
                    <a16:creationId xmlns:a16="http://schemas.microsoft.com/office/drawing/2014/main" id="{D19A9E62-BA64-414F-9053-428828BD4F4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185434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6" name="Freeform: Shape 85">
                <a:extLst>
                  <a:ext uri="{FF2B5EF4-FFF2-40B4-BE49-F238E27FC236}">
                    <a16:creationId xmlns:a16="http://schemas.microsoft.com/office/drawing/2014/main" id="{90F1A2A5-D670-4734-B018-570175184E6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185434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9 w 14097"/>
                  <a:gd name="connsiteY1" fmla="*/ 14097 h 14097"/>
                  <a:gd name="connsiteX2" fmla="*/ 0 w 14097"/>
                  <a:gd name="connsiteY2" fmla="*/ 7049 h 14097"/>
                  <a:gd name="connsiteX3" fmla="*/ 7049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7" name="Freeform: Shape 86">
                <a:extLst>
                  <a:ext uri="{FF2B5EF4-FFF2-40B4-BE49-F238E27FC236}">
                    <a16:creationId xmlns:a16="http://schemas.microsoft.com/office/drawing/2014/main" id="{D896E20F-D59A-4E5C-AAC2-ED79FCAC3C2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18543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8" name="Freeform: Shape 87">
                <a:extLst>
                  <a:ext uri="{FF2B5EF4-FFF2-40B4-BE49-F238E27FC236}">
                    <a16:creationId xmlns:a16="http://schemas.microsoft.com/office/drawing/2014/main" id="{B3B49622-0DD4-4378-A974-3EC752B2DE5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18543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9" name="Freeform: Shape 88">
                <a:extLst>
                  <a:ext uri="{FF2B5EF4-FFF2-40B4-BE49-F238E27FC236}">
                    <a16:creationId xmlns:a16="http://schemas.microsoft.com/office/drawing/2014/main" id="{8BF83D4D-5E95-4F61-8A1C-624625209F0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18543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0" name="Freeform: Shape 89">
                <a:extLst>
                  <a:ext uri="{FF2B5EF4-FFF2-40B4-BE49-F238E27FC236}">
                    <a16:creationId xmlns:a16="http://schemas.microsoft.com/office/drawing/2014/main" id="{FB270157-AA6D-4EE4-9506-368F8C97C65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4" y="3185434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9 w 14097"/>
                  <a:gd name="connsiteY1" fmla="*/ 14097 h 14097"/>
                  <a:gd name="connsiteX2" fmla="*/ 0 w 14097"/>
                  <a:gd name="connsiteY2" fmla="*/ 7049 h 14097"/>
                  <a:gd name="connsiteX3" fmla="*/ 7049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1" name="Freeform: Shape 90">
                <a:extLst>
                  <a:ext uri="{FF2B5EF4-FFF2-40B4-BE49-F238E27FC236}">
                    <a16:creationId xmlns:a16="http://schemas.microsoft.com/office/drawing/2014/main" id="{94DA0BEE-AE9D-4CE8-B249-C229E628E8F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18543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2" name="Freeform: Shape 91">
                <a:extLst>
                  <a:ext uri="{FF2B5EF4-FFF2-40B4-BE49-F238E27FC236}">
                    <a16:creationId xmlns:a16="http://schemas.microsoft.com/office/drawing/2014/main" id="{AD089CCA-7A85-405E-9AF7-96F814E3B8C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244679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3" name="Freeform: Shape 92">
                <a:extLst>
                  <a:ext uri="{FF2B5EF4-FFF2-40B4-BE49-F238E27FC236}">
                    <a16:creationId xmlns:a16="http://schemas.microsoft.com/office/drawing/2014/main" id="{5E30352E-9DBA-4777-A093-B6F3D606075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244677"/>
                <a:ext cx="14097" cy="14099"/>
              </a:xfrm>
              <a:custGeom>
                <a:avLst/>
                <a:gdLst>
                  <a:gd name="connsiteX0" fmla="*/ 14097 w 14097"/>
                  <a:gd name="connsiteY0" fmla="*/ 7051 h 14099"/>
                  <a:gd name="connsiteX1" fmla="*/ 7049 w 14097"/>
                  <a:gd name="connsiteY1" fmla="*/ 14099 h 14099"/>
                  <a:gd name="connsiteX2" fmla="*/ 0 w 14097"/>
                  <a:gd name="connsiteY2" fmla="*/ 7051 h 14099"/>
                  <a:gd name="connsiteX3" fmla="*/ 7049 w 14097"/>
                  <a:gd name="connsiteY3" fmla="*/ 2 h 14099"/>
                  <a:gd name="connsiteX4" fmla="*/ 14097 w 14097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4" name="Freeform: Shape 93">
                <a:extLst>
                  <a:ext uri="{FF2B5EF4-FFF2-40B4-BE49-F238E27FC236}">
                    <a16:creationId xmlns:a16="http://schemas.microsoft.com/office/drawing/2014/main" id="{264C5F14-2A45-42AA-948A-6C7D19578F1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244677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5" name="Freeform: Shape 94">
                <a:extLst>
                  <a:ext uri="{FF2B5EF4-FFF2-40B4-BE49-F238E27FC236}">
                    <a16:creationId xmlns:a16="http://schemas.microsoft.com/office/drawing/2014/main" id="{B3CF5D72-A8B6-4A2B-8F09-46F06C3B963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244677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6" name="Freeform: Shape 95">
                <a:extLst>
                  <a:ext uri="{FF2B5EF4-FFF2-40B4-BE49-F238E27FC236}">
                    <a16:creationId xmlns:a16="http://schemas.microsoft.com/office/drawing/2014/main" id="{8D32D7ED-2507-43E0-BCA0-69F1D921988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244677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7" name="Freeform: Shape 96">
                <a:extLst>
                  <a:ext uri="{FF2B5EF4-FFF2-40B4-BE49-F238E27FC236}">
                    <a16:creationId xmlns:a16="http://schemas.microsoft.com/office/drawing/2014/main" id="{6029896F-72B5-4FBB-98D7-A4A6B7A8EB2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3" y="3244679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8 w 14097"/>
                  <a:gd name="connsiteY1" fmla="*/ 14097 h 14096"/>
                  <a:gd name="connsiteX2" fmla="*/ 0 w 14097"/>
                  <a:gd name="connsiteY2" fmla="*/ 7048 h 14096"/>
                  <a:gd name="connsiteX3" fmla="*/ 7048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8" name="Freeform: Shape 97">
                <a:extLst>
                  <a:ext uri="{FF2B5EF4-FFF2-40B4-BE49-F238E27FC236}">
                    <a16:creationId xmlns:a16="http://schemas.microsoft.com/office/drawing/2014/main" id="{C735037E-DA25-4564-960C-F744D00E1C0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244677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9" name="Freeform: Shape 98">
                <a:extLst>
                  <a:ext uri="{FF2B5EF4-FFF2-40B4-BE49-F238E27FC236}">
                    <a16:creationId xmlns:a16="http://schemas.microsoft.com/office/drawing/2014/main" id="{975717CD-2FAA-46E2-825A-5A409DC36D8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303829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0" name="Freeform: Shape 99">
                <a:extLst>
                  <a:ext uri="{FF2B5EF4-FFF2-40B4-BE49-F238E27FC236}">
                    <a16:creationId xmlns:a16="http://schemas.microsoft.com/office/drawing/2014/main" id="{9ABAD2C5-9937-47FF-9A17-132CEA54C74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303829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1" name="Freeform: Shape 100">
                <a:extLst>
                  <a:ext uri="{FF2B5EF4-FFF2-40B4-BE49-F238E27FC236}">
                    <a16:creationId xmlns:a16="http://schemas.microsoft.com/office/drawing/2014/main" id="{5319C0FD-333B-49B2-B54F-959084B1C63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2" name="Freeform: Shape 101">
                <a:extLst>
                  <a:ext uri="{FF2B5EF4-FFF2-40B4-BE49-F238E27FC236}">
                    <a16:creationId xmlns:a16="http://schemas.microsoft.com/office/drawing/2014/main" id="{A3F88462-C743-4DF3-9A31-09108B3DD29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3" name="Freeform: Shape 102">
                <a:extLst>
                  <a:ext uri="{FF2B5EF4-FFF2-40B4-BE49-F238E27FC236}">
                    <a16:creationId xmlns:a16="http://schemas.microsoft.com/office/drawing/2014/main" id="{5A47CC3C-9310-422C-8AF8-CF56E286B3B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4" name="Freeform: Shape 103">
                <a:extLst>
                  <a:ext uri="{FF2B5EF4-FFF2-40B4-BE49-F238E27FC236}">
                    <a16:creationId xmlns:a16="http://schemas.microsoft.com/office/drawing/2014/main" id="{64CBAB0F-DFA6-4370-AF0D-EAEA0DA18E4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3" y="3303829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8 w 14097"/>
                  <a:gd name="connsiteY1" fmla="*/ 14097 h 14096"/>
                  <a:gd name="connsiteX2" fmla="*/ 0 w 14097"/>
                  <a:gd name="connsiteY2" fmla="*/ 7048 h 14096"/>
                  <a:gd name="connsiteX3" fmla="*/ 7048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5" name="Freeform: Shape 104">
                <a:extLst>
                  <a:ext uri="{FF2B5EF4-FFF2-40B4-BE49-F238E27FC236}">
                    <a16:creationId xmlns:a16="http://schemas.microsoft.com/office/drawing/2014/main" id="{CB75D567-78A7-4986-B241-E03EB5B6A74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6" name="Freeform: Shape 105">
                <a:extLst>
                  <a:ext uri="{FF2B5EF4-FFF2-40B4-BE49-F238E27FC236}">
                    <a16:creationId xmlns:a16="http://schemas.microsoft.com/office/drawing/2014/main" id="{A6065FE5-5B5D-426F-A331-FFB91E483EA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363074"/>
                <a:ext cx="14192" cy="14097"/>
              </a:xfrm>
              <a:custGeom>
                <a:avLst/>
                <a:gdLst>
                  <a:gd name="connsiteX0" fmla="*/ 14192 w 14192"/>
                  <a:gd name="connsiteY0" fmla="*/ 7048 h 14097"/>
                  <a:gd name="connsiteX1" fmla="*/ 7144 w 14192"/>
                  <a:gd name="connsiteY1" fmla="*/ 14097 h 14097"/>
                  <a:gd name="connsiteX2" fmla="*/ 0 w 14192"/>
                  <a:gd name="connsiteY2" fmla="*/ 7048 h 14097"/>
                  <a:gd name="connsiteX3" fmla="*/ 7049 w 14192"/>
                  <a:gd name="connsiteY3" fmla="*/ 0 h 14097"/>
                  <a:gd name="connsiteX4" fmla="*/ 14192 w 14192"/>
                  <a:gd name="connsiteY4" fmla="*/ 7048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7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7" name="Freeform: Shape 106">
                <a:extLst>
                  <a:ext uri="{FF2B5EF4-FFF2-40B4-BE49-F238E27FC236}">
                    <a16:creationId xmlns:a16="http://schemas.microsoft.com/office/drawing/2014/main" id="{48748863-F066-4C39-BA9E-951EA19F142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363072"/>
                <a:ext cx="14097" cy="14099"/>
              </a:xfrm>
              <a:custGeom>
                <a:avLst/>
                <a:gdLst>
                  <a:gd name="connsiteX0" fmla="*/ 14097 w 14097"/>
                  <a:gd name="connsiteY0" fmla="*/ 7051 h 14099"/>
                  <a:gd name="connsiteX1" fmla="*/ 7049 w 14097"/>
                  <a:gd name="connsiteY1" fmla="*/ 14099 h 14099"/>
                  <a:gd name="connsiteX2" fmla="*/ 0 w 14097"/>
                  <a:gd name="connsiteY2" fmla="*/ 7051 h 14099"/>
                  <a:gd name="connsiteX3" fmla="*/ 7049 w 14097"/>
                  <a:gd name="connsiteY3" fmla="*/ 2 h 14099"/>
                  <a:gd name="connsiteX4" fmla="*/ 14097 w 14097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8" name="Freeform: Shape 107">
                <a:extLst>
                  <a:ext uri="{FF2B5EF4-FFF2-40B4-BE49-F238E27FC236}">
                    <a16:creationId xmlns:a16="http://schemas.microsoft.com/office/drawing/2014/main" id="{2988B46B-EC58-4704-8960-75C617B2CE4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9" name="Freeform: Shape 108">
                <a:extLst>
                  <a:ext uri="{FF2B5EF4-FFF2-40B4-BE49-F238E27FC236}">
                    <a16:creationId xmlns:a16="http://schemas.microsoft.com/office/drawing/2014/main" id="{3C8F94F3-22A8-4403-BAF4-DA1344D120C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0" name="Freeform: Shape 109">
                <a:extLst>
                  <a:ext uri="{FF2B5EF4-FFF2-40B4-BE49-F238E27FC236}">
                    <a16:creationId xmlns:a16="http://schemas.microsoft.com/office/drawing/2014/main" id="{6144F6B6-FBD2-44C5-93F2-36FB060AB8E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1" name="Freeform: Shape 110">
                <a:extLst>
                  <a:ext uri="{FF2B5EF4-FFF2-40B4-BE49-F238E27FC236}">
                    <a16:creationId xmlns:a16="http://schemas.microsoft.com/office/drawing/2014/main" id="{FDFF1114-943E-4377-9482-AC35E9B91ED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3" y="3363074"/>
                <a:ext cx="14097" cy="14097"/>
              </a:xfrm>
              <a:custGeom>
                <a:avLst/>
                <a:gdLst>
                  <a:gd name="connsiteX0" fmla="*/ 14097 w 14097"/>
                  <a:gd name="connsiteY0" fmla="*/ 7048 h 14097"/>
                  <a:gd name="connsiteX1" fmla="*/ 7048 w 14097"/>
                  <a:gd name="connsiteY1" fmla="*/ 14097 h 14097"/>
                  <a:gd name="connsiteX2" fmla="*/ 0 w 14097"/>
                  <a:gd name="connsiteY2" fmla="*/ 7048 h 14097"/>
                  <a:gd name="connsiteX3" fmla="*/ 7048 w 14097"/>
                  <a:gd name="connsiteY3" fmla="*/ 0 h 14097"/>
                  <a:gd name="connsiteX4" fmla="*/ 14097 w 14097"/>
                  <a:gd name="connsiteY4" fmla="*/ 7048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2" name="Freeform: Shape 111">
                <a:extLst>
                  <a:ext uri="{FF2B5EF4-FFF2-40B4-BE49-F238E27FC236}">
                    <a16:creationId xmlns:a16="http://schemas.microsoft.com/office/drawing/2014/main" id="{E29A169E-8860-41C6-B2BA-656C9E87F5C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3" name="Freeform: Shape 112">
                <a:extLst>
                  <a:ext uri="{FF2B5EF4-FFF2-40B4-BE49-F238E27FC236}">
                    <a16:creationId xmlns:a16="http://schemas.microsoft.com/office/drawing/2014/main" id="{D1DA92F1-025A-41CC-892D-006269B6C09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422225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4" name="Freeform: Shape 113">
                <a:extLst>
                  <a:ext uri="{FF2B5EF4-FFF2-40B4-BE49-F238E27FC236}">
                    <a16:creationId xmlns:a16="http://schemas.microsoft.com/office/drawing/2014/main" id="{5B423574-AD0E-466C-A690-E3BF7ABCC0F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422225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5" name="Freeform: Shape 114">
                <a:extLst>
                  <a:ext uri="{FF2B5EF4-FFF2-40B4-BE49-F238E27FC236}">
                    <a16:creationId xmlns:a16="http://schemas.microsoft.com/office/drawing/2014/main" id="{C37E67DD-12D5-49FA-AE92-B1F4186329F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6" name="Freeform: Shape 115">
                <a:extLst>
                  <a:ext uri="{FF2B5EF4-FFF2-40B4-BE49-F238E27FC236}">
                    <a16:creationId xmlns:a16="http://schemas.microsoft.com/office/drawing/2014/main" id="{3E085075-A03E-4D1C-A2BE-219D51E7758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7" name="Freeform: Shape 116">
                <a:extLst>
                  <a:ext uri="{FF2B5EF4-FFF2-40B4-BE49-F238E27FC236}">
                    <a16:creationId xmlns:a16="http://schemas.microsoft.com/office/drawing/2014/main" id="{A552ECBE-4DF7-4004-80CB-33A3864DC1D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8" name="Freeform: Shape 117">
                <a:extLst>
                  <a:ext uri="{FF2B5EF4-FFF2-40B4-BE49-F238E27FC236}">
                    <a16:creationId xmlns:a16="http://schemas.microsoft.com/office/drawing/2014/main" id="{BB1DFB18-112F-43BE-938F-949ACF4CE40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3" y="3422225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8 w 14097"/>
                  <a:gd name="connsiteY1" fmla="*/ 14097 h 14096"/>
                  <a:gd name="connsiteX2" fmla="*/ 0 w 14097"/>
                  <a:gd name="connsiteY2" fmla="*/ 7048 h 14096"/>
                  <a:gd name="connsiteX3" fmla="*/ 7048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9" name="Freeform: Shape 118">
                <a:extLst>
                  <a:ext uri="{FF2B5EF4-FFF2-40B4-BE49-F238E27FC236}">
                    <a16:creationId xmlns:a16="http://schemas.microsoft.com/office/drawing/2014/main" id="{7107EA75-B66F-478F-A9A4-8BE4090A185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0" name="Freeform: Shape 119">
                <a:extLst>
                  <a:ext uri="{FF2B5EF4-FFF2-40B4-BE49-F238E27FC236}">
                    <a16:creationId xmlns:a16="http://schemas.microsoft.com/office/drawing/2014/main" id="{B032A1FF-0163-4F65-9627-3D0E330E796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69" y="3067039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9 w 14097"/>
                  <a:gd name="connsiteY1" fmla="*/ 14097 h 14097"/>
                  <a:gd name="connsiteX2" fmla="*/ 0 w 14097"/>
                  <a:gd name="connsiteY2" fmla="*/ 7049 h 14097"/>
                  <a:gd name="connsiteX3" fmla="*/ 6953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048" y="0"/>
                      <a:pt x="6953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1" name="Freeform: Shape 120">
                <a:extLst>
                  <a:ext uri="{FF2B5EF4-FFF2-40B4-BE49-F238E27FC236}">
                    <a16:creationId xmlns:a16="http://schemas.microsoft.com/office/drawing/2014/main" id="{68F81DD7-3941-40F3-A5C5-1D25AD61E73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0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2" name="Freeform: Shape 121">
                <a:extLst>
                  <a:ext uri="{FF2B5EF4-FFF2-40B4-BE49-F238E27FC236}">
                    <a16:creationId xmlns:a16="http://schemas.microsoft.com/office/drawing/2014/main" id="{767D955C-E4A5-47E9-B07D-7C7FD8E395E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65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9 w 14096"/>
                  <a:gd name="connsiteY1" fmla="*/ 14097 h 14097"/>
                  <a:gd name="connsiteX2" fmla="*/ 0 w 14096"/>
                  <a:gd name="connsiteY2" fmla="*/ 7049 h 14097"/>
                  <a:gd name="connsiteX3" fmla="*/ 6953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048" y="0"/>
                      <a:pt x="6953" y="0"/>
                    </a:cubicBezTo>
                    <a:cubicBezTo>
                      <a:pt x="10859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3" name="Freeform: Shape 122">
                <a:extLst>
                  <a:ext uri="{FF2B5EF4-FFF2-40B4-BE49-F238E27FC236}">
                    <a16:creationId xmlns:a16="http://schemas.microsoft.com/office/drawing/2014/main" id="{331DEA5B-7DF4-4F3E-B837-7388E6701CC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14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4" name="Freeform: Shape 123">
                <a:extLst>
                  <a:ext uri="{FF2B5EF4-FFF2-40B4-BE49-F238E27FC236}">
                    <a16:creationId xmlns:a16="http://schemas.microsoft.com/office/drawing/2014/main" id="{F640D8A9-2845-4810-99AA-3464C47FBC8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0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6953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048" y="0"/>
                      <a:pt x="6953" y="0"/>
                    </a:cubicBezTo>
                    <a:cubicBezTo>
                      <a:pt x="10858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5" name="Freeform: Shape 124">
                <a:extLst>
                  <a:ext uri="{FF2B5EF4-FFF2-40B4-BE49-F238E27FC236}">
                    <a16:creationId xmlns:a16="http://schemas.microsoft.com/office/drawing/2014/main" id="{C1AA428D-A610-40EA-926D-72664C6A3A1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0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8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8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6" name="Freeform: Shape 125">
                <a:extLst>
                  <a:ext uri="{FF2B5EF4-FFF2-40B4-BE49-F238E27FC236}">
                    <a16:creationId xmlns:a16="http://schemas.microsoft.com/office/drawing/2014/main" id="{088B6BF5-3A26-476D-AF79-46892B0AEB5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69" y="3126281"/>
                <a:ext cx="14097" cy="14099"/>
              </a:xfrm>
              <a:custGeom>
                <a:avLst/>
                <a:gdLst>
                  <a:gd name="connsiteX0" fmla="*/ 14097 w 14097"/>
                  <a:gd name="connsiteY0" fmla="*/ 7051 h 14099"/>
                  <a:gd name="connsiteX1" fmla="*/ 7049 w 14097"/>
                  <a:gd name="connsiteY1" fmla="*/ 14099 h 14099"/>
                  <a:gd name="connsiteX2" fmla="*/ 0 w 14097"/>
                  <a:gd name="connsiteY2" fmla="*/ 7051 h 14099"/>
                  <a:gd name="connsiteX3" fmla="*/ 7049 w 14097"/>
                  <a:gd name="connsiteY3" fmla="*/ 2 h 14099"/>
                  <a:gd name="connsiteX4" fmla="*/ 14097 w 14097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7" name="Freeform: Shape 126">
                <a:extLst>
                  <a:ext uri="{FF2B5EF4-FFF2-40B4-BE49-F238E27FC236}">
                    <a16:creationId xmlns:a16="http://schemas.microsoft.com/office/drawing/2014/main" id="{A0D38E94-BDA0-466A-866C-7D754B54B6F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0" y="3126281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8" name="Freeform: Shape 127">
                <a:extLst>
                  <a:ext uri="{FF2B5EF4-FFF2-40B4-BE49-F238E27FC236}">
                    <a16:creationId xmlns:a16="http://schemas.microsoft.com/office/drawing/2014/main" id="{2E4807B4-64BB-4BB1-A6C7-B9F8B78FE58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65" y="3126281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9 w 14096"/>
                  <a:gd name="connsiteY1" fmla="*/ 14099 h 14099"/>
                  <a:gd name="connsiteX2" fmla="*/ 0 w 14096"/>
                  <a:gd name="connsiteY2" fmla="*/ 7051 h 14099"/>
                  <a:gd name="connsiteX3" fmla="*/ 7049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859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9" name="Freeform: Shape 128">
                <a:extLst>
                  <a:ext uri="{FF2B5EF4-FFF2-40B4-BE49-F238E27FC236}">
                    <a16:creationId xmlns:a16="http://schemas.microsoft.com/office/drawing/2014/main" id="{AB74427A-2B27-4328-8ECD-0166E61D8A9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14" y="3126281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0" name="Freeform: Shape 129">
                <a:extLst>
                  <a:ext uri="{FF2B5EF4-FFF2-40B4-BE49-F238E27FC236}">
                    <a16:creationId xmlns:a16="http://schemas.microsoft.com/office/drawing/2014/main" id="{058C6F50-4093-4240-B613-EA20F73E297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0" y="3126281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858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1" name="Freeform: Shape 130">
                <a:extLst>
                  <a:ext uri="{FF2B5EF4-FFF2-40B4-BE49-F238E27FC236}">
                    <a16:creationId xmlns:a16="http://schemas.microsoft.com/office/drawing/2014/main" id="{341C2F64-B446-495C-B3ED-DA19115FD88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0" y="3126283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2" name="Freeform: Shape 131">
                <a:extLst>
                  <a:ext uri="{FF2B5EF4-FFF2-40B4-BE49-F238E27FC236}">
                    <a16:creationId xmlns:a16="http://schemas.microsoft.com/office/drawing/2014/main" id="{DEDDACDA-D780-49ED-88B3-AC1E6CECD35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69" y="3185433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3" name="Freeform: Shape 132">
                <a:extLst>
                  <a:ext uri="{FF2B5EF4-FFF2-40B4-BE49-F238E27FC236}">
                    <a16:creationId xmlns:a16="http://schemas.microsoft.com/office/drawing/2014/main" id="{3B6F340F-6BFF-4869-B569-850333B1C4F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0" y="3185433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4" name="Freeform: Shape 133">
                <a:extLst>
                  <a:ext uri="{FF2B5EF4-FFF2-40B4-BE49-F238E27FC236}">
                    <a16:creationId xmlns:a16="http://schemas.microsoft.com/office/drawing/2014/main" id="{C4FC277F-1805-46F5-8D99-EE30A5FCD1A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65" y="3185433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9 w 14096"/>
                  <a:gd name="connsiteY1" fmla="*/ 14097 h 14096"/>
                  <a:gd name="connsiteX2" fmla="*/ 0 w 14096"/>
                  <a:gd name="connsiteY2" fmla="*/ 7048 h 14096"/>
                  <a:gd name="connsiteX3" fmla="*/ 7049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5" name="Freeform: Shape 134">
                <a:extLst>
                  <a:ext uri="{FF2B5EF4-FFF2-40B4-BE49-F238E27FC236}">
                    <a16:creationId xmlns:a16="http://schemas.microsoft.com/office/drawing/2014/main" id="{DE3D8861-A4CB-46F2-812C-4857D1E763C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14" y="3185433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6" name="Freeform: Shape 135">
                <a:extLst>
                  <a:ext uri="{FF2B5EF4-FFF2-40B4-BE49-F238E27FC236}">
                    <a16:creationId xmlns:a16="http://schemas.microsoft.com/office/drawing/2014/main" id="{5C3AD847-D9CA-4EC5-890E-21244786F3A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0" y="3185433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7" name="Freeform: Shape 136">
                <a:extLst>
                  <a:ext uri="{FF2B5EF4-FFF2-40B4-BE49-F238E27FC236}">
                    <a16:creationId xmlns:a16="http://schemas.microsoft.com/office/drawing/2014/main" id="{CA89CE44-4244-411C-A74F-1446D8BC13E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0" y="3185432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8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8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8" name="Freeform: Shape 137">
                <a:extLst>
                  <a:ext uri="{FF2B5EF4-FFF2-40B4-BE49-F238E27FC236}">
                    <a16:creationId xmlns:a16="http://schemas.microsoft.com/office/drawing/2014/main" id="{60E6026F-2714-4620-8EE9-3C55C2D6C2C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69" y="3244676"/>
                <a:ext cx="14097" cy="14099"/>
              </a:xfrm>
              <a:custGeom>
                <a:avLst/>
                <a:gdLst>
                  <a:gd name="connsiteX0" fmla="*/ 14097 w 14097"/>
                  <a:gd name="connsiteY0" fmla="*/ 7051 h 14099"/>
                  <a:gd name="connsiteX1" fmla="*/ 7049 w 14097"/>
                  <a:gd name="connsiteY1" fmla="*/ 14099 h 14099"/>
                  <a:gd name="connsiteX2" fmla="*/ 0 w 14097"/>
                  <a:gd name="connsiteY2" fmla="*/ 7051 h 14099"/>
                  <a:gd name="connsiteX3" fmla="*/ 7049 w 14097"/>
                  <a:gd name="connsiteY3" fmla="*/ 2 h 14099"/>
                  <a:gd name="connsiteX4" fmla="*/ 14097 w 14097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9" name="Freeform: Shape 138">
                <a:extLst>
                  <a:ext uri="{FF2B5EF4-FFF2-40B4-BE49-F238E27FC236}">
                    <a16:creationId xmlns:a16="http://schemas.microsoft.com/office/drawing/2014/main" id="{C0A828ED-45A9-4D69-975D-19CD36650CF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0" y="3244676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0" name="Freeform: Shape 139">
                <a:extLst>
                  <a:ext uri="{FF2B5EF4-FFF2-40B4-BE49-F238E27FC236}">
                    <a16:creationId xmlns:a16="http://schemas.microsoft.com/office/drawing/2014/main" id="{970CBCD0-B8B7-483D-A17D-9351A1A47F4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65" y="3244676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9 w 14096"/>
                  <a:gd name="connsiteY1" fmla="*/ 14099 h 14099"/>
                  <a:gd name="connsiteX2" fmla="*/ 0 w 14096"/>
                  <a:gd name="connsiteY2" fmla="*/ 7051 h 14099"/>
                  <a:gd name="connsiteX3" fmla="*/ 7049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859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1" name="Freeform: Shape 140">
                <a:extLst>
                  <a:ext uri="{FF2B5EF4-FFF2-40B4-BE49-F238E27FC236}">
                    <a16:creationId xmlns:a16="http://schemas.microsoft.com/office/drawing/2014/main" id="{8BDEF120-B9AE-44F5-B98D-937D9C92932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14" y="3244676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2" name="Freeform: Shape 141">
                <a:extLst>
                  <a:ext uri="{FF2B5EF4-FFF2-40B4-BE49-F238E27FC236}">
                    <a16:creationId xmlns:a16="http://schemas.microsoft.com/office/drawing/2014/main" id="{A8C22314-7ABA-46AF-98F6-EA626787D88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0" y="3244676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858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3" name="Freeform: Shape 142">
                <a:extLst>
                  <a:ext uri="{FF2B5EF4-FFF2-40B4-BE49-F238E27FC236}">
                    <a16:creationId xmlns:a16="http://schemas.microsoft.com/office/drawing/2014/main" id="{8E57EC52-CDFD-4DC8-8C7F-DA76CBC94D2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0" y="324467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4" name="Freeform: Shape 143">
                <a:extLst>
                  <a:ext uri="{FF2B5EF4-FFF2-40B4-BE49-F238E27FC236}">
                    <a16:creationId xmlns:a16="http://schemas.microsoft.com/office/drawing/2014/main" id="{2E44CDAD-CC81-4519-A934-3E75CB58F7C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69" y="3303829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5" name="Freeform: Shape 144">
                <a:extLst>
                  <a:ext uri="{FF2B5EF4-FFF2-40B4-BE49-F238E27FC236}">
                    <a16:creationId xmlns:a16="http://schemas.microsoft.com/office/drawing/2014/main" id="{D7234B76-B5E7-497F-8C9A-BEADE7D2A5F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0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6" name="Freeform: Shape 145">
                <a:extLst>
                  <a:ext uri="{FF2B5EF4-FFF2-40B4-BE49-F238E27FC236}">
                    <a16:creationId xmlns:a16="http://schemas.microsoft.com/office/drawing/2014/main" id="{D308AC98-72DE-4623-8351-5CDBA5F858A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65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9 w 14096"/>
                  <a:gd name="connsiteY1" fmla="*/ 14097 h 14096"/>
                  <a:gd name="connsiteX2" fmla="*/ 0 w 14096"/>
                  <a:gd name="connsiteY2" fmla="*/ 7048 h 14096"/>
                  <a:gd name="connsiteX3" fmla="*/ 7049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7" name="Freeform: Shape 146">
                <a:extLst>
                  <a:ext uri="{FF2B5EF4-FFF2-40B4-BE49-F238E27FC236}">
                    <a16:creationId xmlns:a16="http://schemas.microsoft.com/office/drawing/2014/main" id="{16BCA60F-A345-4A89-8E76-8F628DE2498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14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8" name="Freeform: Shape 147">
                <a:extLst>
                  <a:ext uri="{FF2B5EF4-FFF2-40B4-BE49-F238E27FC236}">
                    <a16:creationId xmlns:a16="http://schemas.microsoft.com/office/drawing/2014/main" id="{B712711F-FF52-40E0-8B6D-7AB132EFBBF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0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9" name="Freeform: Shape 148">
                <a:extLst>
                  <a:ext uri="{FF2B5EF4-FFF2-40B4-BE49-F238E27FC236}">
                    <a16:creationId xmlns:a16="http://schemas.microsoft.com/office/drawing/2014/main" id="{EBB99ABA-6734-4713-A9AA-6A0613DB3D4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0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0" name="Freeform: Shape 149">
                <a:extLst>
                  <a:ext uri="{FF2B5EF4-FFF2-40B4-BE49-F238E27FC236}">
                    <a16:creationId xmlns:a16="http://schemas.microsoft.com/office/drawing/2014/main" id="{A8DBC39A-A841-4DAD-A5EE-BAD254A4FA4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69" y="3363072"/>
                <a:ext cx="14097" cy="14099"/>
              </a:xfrm>
              <a:custGeom>
                <a:avLst/>
                <a:gdLst>
                  <a:gd name="connsiteX0" fmla="*/ 14097 w 14097"/>
                  <a:gd name="connsiteY0" fmla="*/ 7051 h 14099"/>
                  <a:gd name="connsiteX1" fmla="*/ 7049 w 14097"/>
                  <a:gd name="connsiteY1" fmla="*/ 14099 h 14099"/>
                  <a:gd name="connsiteX2" fmla="*/ 0 w 14097"/>
                  <a:gd name="connsiteY2" fmla="*/ 7051 h 14099"/>
                  <a:gd name="connsiteX3" fmla="*/ 7049 w 14097"/>
                  <a:gd name="connsiteY3" fmla="*/ 2 h 14099"/>
                  <a:gd name="connsiteX4" fmla="*/ 14097 w 14097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1" name="Freeform: Shape 150">
                <a:extLst>
                  <a:ext uri="{FF2B5EF4-FFF2-40B4-BE49-F238E27FC236}">
                    <a16:creationId xmlns:a16="http://schemas.microsoft.com/office/drawing/2014/main" id="{E88E8002-19BD-4C58-ACEF-D092676D50D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0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2" name="Freeform: Shape 151">
                <a:extLst>
                  <a:ext uri="{FF2B5EF4-FFF2-40B4-BE49-F238E27FC236}">
                    <a16:creationId xmlns:a16="http://schemas.microsoft.com/office/drawing/2014/main" id="{637DEA0B-D0C3-4386-B016-90120888104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65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9 w 14096"/>
                  <a:gd name="connsiteY1" fmla="*/ 14099 h 14099"/>
                  <a:gd name="connsiteX2" fmla="*/ 0 w 14096"/>
                  <a:gd name="connsiteY2" fmla="*/ 7051 h 14099"/>
                  <a:gd name="connsiteX3" fmla="*/ 7049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859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3" name="Freeform: Shape 152">
                <a:extLst>
                  <a:ext uri="{FF2B5EF4-FFF2-40B4-BE49-F238E27FC236}">
                    <a16:creationId xmlns:a16="http://schemas.microsoft.com/office/drawing/2014/main" id="{1E085198-3B84-4E70-8004-5B739F0D071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14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4" name="Freeform: Shape 153">
                <a:extLst>
                  <a:ext uri="{FF2B5EF4-FFF2-40B4-BE49-F238E27FC236}">
                    <a16:creationId xmlns:a16="http://schemas.microsoft.com/office/drawing/2014/main" id="{1F8854E4-646B-4843-9429-2E68B3AE9A4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0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858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5" name="Freeform: Shape 154">
                <a:extLst>
                  <a:ext uri="{FF2B5EF4-FFF2-40B4-BE49-F238E27FC236}">
                    <a16:creationId xmlns:a16="http://schemas.microsoft.com/office/drawing/2014/main" id="{D75E4420-1C5B-4C29-9622-F3DA7E0BFBD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0" y="3363074"/>
                <a:ext cx="14096" cy="14097"/>
              </a:xfrm>
              <a:custGeom>
                <a:avLst/>
                <a:gdLst>
                  <a:gd name="connsiteX0" fmla="*/ 14097 w 14096"/>
                  <a:gd name="connsiteY0" fmla="*/ 7048 h 14097"/>
                  <a:gd name="connsiteX1" fmla="*/ 7048 w 14096"/>
                  <a:gd name="connsiteY1" fmla="*/ 14097 h 14097"/>
                  <a:gd name="connsiteX2" fmla="*/ 0 w 14096"/>
                  <a:gd name="connsiteY2" fmla="*/ 7048 h 14097"/>
                  <a:gd name="connsiteX3" fmla="*/ 7048 w 14096"/>
                  <a:gd name="connsiteY3" fmla="*/ 0 h 14097"/>
                  <a:gd name="connsiteX4" fmla="*/ 14097 w 14096"/>
                  <a:gd name="connsiteY4" fmla="*/ 7048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6" name="Freeform: Shape 155">
                <a:extLst>
                  <a:ext uri="{FF2B5EF4-FFF2-40B4-BE49-F238E27FC236}">
                    <a16:creationId xmlns:a16="http://schemas.microsoft.com/office/drawing/2014/main" id="{69099746-E839-480D-A294-38518485580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69" y="3422225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7" name="Freeform: Shape 156">
                <a:extLst>
                  <a:ext uri="{FF2B5EF4-FFF2-40B4-BE49-F238E27FC236}">
                    <a16:creationId xmlns:a16="http://schemas.microsoft.com/office/drawing/2014/main" id="{35C60C66-6A6A-42B6-82CE-9F5BCAD5FF9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0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8" name="Freeform: Shape 157">
                <a:extLst>
                  <a:ext uri="{FF2B5EF4-FFF2-40B4-BE49-F238E27FC236}">
                    <a16:creationId xmlns:a16="http://schemas.microsoft.com/office/drawing/2014/main" id="{A85425DE-B5F8-4166-8F76-168A6E6F58B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65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9 w 14096"/>
                  <a:gd name="connsiteY1" fmla="*/ 14097 h 14096"/>
                  <a:gd name="connsiteX2" fmla="*/ 0 w 14096"/>
                  <a:gd name="connsiteY2" fmla="*/ 7048 h 14096"/>
                  <a:gd name="connsiteX3" fmla="*/ 7049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9" name="Freeform: Shape 158">
                <a:extLst>
                  <a:ext uri="{FF2B5EF4-FFF2-40B4-BE49-F238E27FC236}">
                    <a16:creationId xmlns:a16="http://schemas.microsoft.com/office/drawing/2014/main" id="{AF5E9558-8664-40E2-818A-C90536250A4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14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0" name="Freeform: Shape 159">
                <a:extLst>
                  <a:ext uri="{FF2B5EF4-FFF2-40B4-BE49-F238E27FC236}">
                    <a16:creationId xmlns:a16="http://schemas.microsoft.com/office/drawing/2014/main" id="{620CC716-8E51-492E-95F3-7DF5778E859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0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1" name="Freeform: Shape 160">
                <a:extLst>
                  <a:ext uri="{FF2B5EF4-FFF2-40B4-BE49-F238E27FC236}">
                    <a16:creationId xmlns:a16="http://schemas.microsoft.com/office/drawing/2014/main" id="{87956267-D439-4A6C-8779-9864DDF69C6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0" y="342222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2" name="Freeform: Shape 161">
                <a:extLst>
                  <a:ext uri="{FF2B5EF4-FFF2-40B4-BE49-F238E27FC236}">
                    <a16:creationId xmlns:a16="http://schemas.microsoft.com/office/drawing/2014/main" id="{E566625F-0177-4163-AAC6-DD5AA352543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481374"/>
                <a:ext cx="14192" cy="14096"/>
              </a:xfrm>
              <a:custGeom>
                <a:avLst/>
                <a:gdLst>
                  <a:gd name="connsiteX0" fmla="*/ 14192 w 14192"/>
                  <a:gd name="connsiteY0" fmla="*/ 7049 h 14096"/>
                  <a:gd name="connsiteX1" fmla="*/ 7144 w 14192"/>
                  <a:gd name="connsiteY1" fmla="*/ 14097 h 14096"/>
                  <a:gd name="connsiteX2" fmla="*/ 0 w 14192"/>
                  <a:gd name="connsiteY2" fmla="*/ 7049 h 14096"/>
                  <a:gd name="connsiteX3" fmla="*/ 7049 w 14192"/>
                  <a:gd name="connsiteY3" fmla="*/ 0 h 14096"/>
                  <a:gd name="connsiteX4" fmla="*/ 14192 w 14192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9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1049"/>
                      <a:pt x="0" y="7049"/>
                    </a:cubicBezTo>
                    <a:cubicBezTo>
                      <a:pt x="0" y="3048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3" name="Freeform: Shape 162">
                <a:extLst>
                  <a:ext uri="{FF2B5EF4-FFF2-40B4-BE49-F238E27FC236}">
                    <a16:creationId xmlns:a16="http://schemas.microsoft.com/office/drawing/2014/main" id="{01580694-1781-46F9-B2C4-76F4689BADD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481374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9 w 14097"/>
                  <a:gd name="connsiteY1" fmla="*/ 14097 h 14097"/>
                  <a:gd name="connsiteX2" fmla="*/ 0 w 14097"/>
                  <a:gd name="connsiteY2" fmla="*/ 7049 h 14097"/>
                  <a:gd name="connsiteX3" fmla="*/ 7049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4" name="Freeform: Shape 163">
                <a:extLst>
                  <a:ext uri="{FF2B5EF4-FFF2-40B4-BE49-F238E27FC236}">
                    <a16:creationId xmlns:a16="http://schemas.microsoft.com/office/drawing/2014/main" id="{1635D9A5-51BC-49A2-9AE2-4C8147FC5EB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8 w 14096"/>
                  <a:gd name="connsiteY1" fmla="*/ 14097 h 14096"/>
                  <a:gd name="connsiteX2" fmla="*/ 0 w 14096"/>
                  <a:gd name="connsiteY2" fmla="*/ 7049 h 14096"/>
                  <a:gd name="connsiteX3" fmla="*/ 7048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5" name="Freeform: Shape 164">
                <a:extLst>
                  <a:ext uri="{FF2B5EF4-FFF2-40B4-BE49-F238E27FC236}">
                    <a16:creationId xmlns:a16="http://schemas.microsoft.com/office/drawing/2014/main" id="{B6D58AC8-F8B3-4C3D-AE9F-26677AE638A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8 w 14096"/>
                  <a:gd name="connsiteY1" fmla="*/ 14097 h 14096"/>
                  <a:gd name="connsiteX2" fmla="*/ 0 w 14096"/>
                  <a:gd name="connsiteY2" fmla="*/ 7049 h 14096"/>
                  <a:gd name="connsiteX3" fmla="*/ 7048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6" name="Freeform: Shape 165">
                <a:extLst>
                  <a:ext uri="{FF2B5EF4-FFF2-40B4-BE49-F238E27FC236}">
                    <a16:creationId xmlns:a16="http://schemas.microsoft.com/office/drawing/2014/main" id="{53CA316E-6515-47CF-9F53-7A0EE31AFA3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8 w 14096"/>
                  <a:gd name="connsiteY1" fmla="*/ 14097 h 14096"/>
                  <a:gd name="connsiteX2" fmla="*/ 0 w 14096"/>
                  <a:gd name="connsiteY2" fmla="*/ 7049 h 14096"/>
                  <a:gd name="connsiteX3" fmla="*/ 7048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7" name="Freeform: Shape 166">
                <a:extLst>
                  <a:ext uri="{FF2B5EF4-FFF2-40B4-BE49-F238E27FC236}">
                    <a16:creationId xmlns:a16="http://schemas.microsoft.com/office/drawing/2014/main" id="{F8E79866-F842-47A5-8D8C-0185FD69D09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4" y="3481374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9 w 14097"/>
                  <a:gd name="connsiteY1" fmla="*/ 14097 h 14097"/>
                  <a:gd name="connsiteX2" fmla="*/ 0 w 14097"/>
                  <a:gd name="connsiteY2" fmla="*/ 7049 h 14097"/>
                  <a:gd name="connsiteX3" fmla="*/ 7049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8" name="Freeform: Shape 167">
                <a:extLst>
                  <a:ext uri="{FF2B5EF4-FFF2-40B4-BE49-F238E27FC236}">
                    <a16:creationId xmlns:a16="http://schemas.microsoft.com/office/drawing/2014/main" id="{A1939D2F-E660-4CFF-BF9C-2146DD9CC10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8 w 14096"/>
                  <a:gd name="connsiteY1" fmla="*/ 14097 h 14096"/>
                  <a:gd name="connsiteX2" fmla="*/ 0 w 14096"/>
                  <a:gd name="connsiteY2" fmla="*/ 7049 h 14096"/>
                  <a:gd name="connsiteX3" fmla="*/ 7048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9" name="Freeform: Shape 168">
                <a:extLst>
                  <a:ext uri="{FF2B5EF4-FFF2-40B4-BE49-F238E27FC236}">
                    <a16:creationId xmlns:a16="http://schemas.microsoft.com/office/drawing/2014/main" id="{3F048F16-4CC3-406C-93A3-3CEDF31C42A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540620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0" name="Freeform: Shape 169">
                <a:extLst>
                  <a:ext uri="{FF2B5EF4-FFF2-40B4-BE49-F238E27FC236}">
                    <a16:creationId xmlns:a16="http://schemas.microsoft.com/office/drawing/2014/main" id="{BA5658A8-AB7B-409C-A206-50CDD5818C0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540620"/>
                <a:ext cx="14097" cy="14097"/>
              </a:xfrm>
              <a:custGeom>
                <a:avLst/>
                <a:gdLst>
                  <a:gd name="connsiteX0" fmla="*/ 14097 w 14097"/>
                  <a:gd name="connsiteY0" fmla="*/ 7048 h 14097"/>
                  <a:gd name="connsiteX1" fmla="*/ 7049 w 14097"/>
                  <a:gd name="connsiteY1" fmla="*/ 14097 h 14097"/>
                  <a:gd name="connsiteX2" fmla="*/ 0 w 14097"/>
                  <a:gd name="connsiteY2" fmla="*/ 7048 h 14097"/>
                  <a:gd name="connsiteX3" fmla="*/ 7049 w 14097"/>
                  <a:gd name="connsiteY3" fmla="*/ 0 h 14097"/>
                  <a:gd name="connsiteX4" fmla="*/ 14097 w 14097"/>
                  <a:gd name="connsiteY4" fmla="*/ 7048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8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8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1" name="Freeform: Shape 170">
                <a:extLst>
                  <a:ext uri="{FF2B5EF4-FFF2-40B4-BE49-F238E27FC236}">
                    <a16:creationId xmlns:a16="http://schemas.microsoft.com/office/drawing/2014/main" id="{1A4F8AC2-9FA1-4E5B-ACB2-661CAABFEE7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54062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2" name="Freeform: Shape 171">
                <a:extLst>
                  <a:ext uri="{FF2B5EF4-FFF2-40B4-BE49-F238E27FC236}">
                    <a16:creationId xmlns:a16="http://schemas.microsoft.com/office/drawing/2014/main" id="{6438DDE6-AE18-4B2A-92CE-57D6032A1C0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54062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3" name="Freeform: Shape 172">
                <a:extLst>
                  <a:ext uri="{FF2B5EF4-FFF2-40B4-BE49-F238E27FC236}">
                    <a16:creationId xmlns:a16="http://schemas.microsoft.com/office/drawing/2014/main" id="{19B002FA-1035-4DE8-8097-3675A4FB2E8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54062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4" name="Freeform: Shape 173">
                <a:extLst>
                  <a:ext uri="{FF2B5EF4-FFF2-40B4-BE49-F238E27FC236}">
                    <a16:creationId xmlns:a16="http://schemas.microsoft.com/office/drawing/2014/main" id="{699ADFD1-CBA1-4C59-A545-CA6EEAF2C48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4" y="3540620"/>
                <a:ext cx="14097" cy="14097"/>
              </a:xfrm>
              <a:custGeom>
                <a:avLst/>
                <a:gdLst>
                  <a:gd name="connsiteX0" fmla="*/ 14097 w 14097"/>
                  <a:gd name="connsiteY0" fmla="*/ 7048 h 14097"/>
                  <a:gd name="connsiteX1" fmla="*/ 7049 w 14097"/>
                  <a:gd name="connsiteY1" fmla="*/ 14097 h 14097"/>
                  <a:gd name="connsiteX2" fmla="*/ 0 w 14097"/>
                  <a:gd name="connsiteY2" fmla="*/ 7048 h 14097"/>
                  <a:gd name="connsiteX3" fmla="*/ 7049 w 14097"/>
                  <a:gd name="connsiteY3" fmla="*/ 0 h 14097"/>
                  <a:gd name="connsiteX4" fmla="*/ 14097 w 14097"/>
                  <a:gd name="connsiteY4" fmla="*/ 7048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8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8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5" name="Freeform: Shape 174">
                <a:extLst>
                  <a:ext uri="{FF2B5EF4-FFF2-40B4-BE49-F238E27FC236}">
                    <a16:creationId xmlns:a16="http://schemas.microsoft.com/office/drawing/2014/main" id="{85DDA6CB-B8BF-4E57-BF2E-5C880FAF87C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54062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6" name="Freeform: Shape 175">
                <a:extLst>
                  <a:ext uri="{FF2B5EF4-FFF2-40B4-BE49-F238E27FC236}">
                    <a16:creationId xmlns:a16="http://schemas.microsoft.com/office/drawing/2014/main" id="{6A8B2946-9D70-4DD4-B9B2-606E8F83A04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599770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7" name="Freeform: Shape 176">
                <a:extLst>
                  <a:ext uri="{FF2B5EF4-FFF2-40B4-BE49-F238E27FC236}">
                    <a16:creationId xmlns:a16="http://schemas.microsoft.com/office/drawing/2014/main" id="{C319A466-F3AE-4F1F-BD2F-77D9F148B07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599770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8" name="Freeform: Shape 177">
                <a:extLst>
                  <a:ext uri="{FF2B5EF4-FFF2-40B4-BE49-F238E27FC236}">
                    <a16:creationId xmlns:a16="http://schemas.microsoft.com/office/drawing/2014/main" id="{C6CF0A07-A757-404E-9880-5AF3D52DE4B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59977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9" name="Freeform: Shape 178">
                <a:extLst>
                  <a:ext uri="{FF2B5EF4-FFF2-40B4-BE49-F238E27FC236}">
                    <a16:creationId xmlns:a16="http://schemas.microsoft.com/office/drawing/2014/main" id="{DD3C2686-5B08-4159-865F-1B0A72E7EBB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59977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0" name="Freeform: Shape 179">
                <a:extLst>
                  <a:ext uri="{FF2B5EF4-FFF2-40B4-BE49-F238E27FC236}">
                    <a16:creationId xmlns:a16="http://schemas.microsoft.com/office/drawing/2014/main" id="{5AAB7354-0524-4F71-83F0-35FAFA9EEDC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59977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1" name="Freeform: Shape 180">
                <a:extLst>
                  <a:ext uri="{FF2B5EF4-FFF2-40B4-BE49-F238E27FC236}">
                    <a16:creationId xmlns:a16="http://schemas.microsoft.com/office/drawing/2014/main" id="{C93C7EEE-727B-4A0D-AA01-3B0893F866E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3" y="3599770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8 w 14097"/>
                  <a:gd name="connsiteY1" fmla="*/ 14097 h 14096"/>
                  <a:gd name="connsiteX2" fmla="*/ 0 w 14097"/>
                  <a:gd name="connsiteY2" fmla="*/ 7048 h 14096"/>
                  <a:gd name="connsiteX3" fmla="*/ 7048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2" name="Freeform: Shape 181">
                <a:extLst>
                  <a:ext uri="{FF2B5EF4-FFF2-40B4-BE49-F238E27FC236}">
                    <a16:creationId xmlns:a16="http://schemas.microsoft.com/office/drawing/2014/main" id="{7F98C909-0D3D-402C-86A1-9647DA57BA2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59977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3" name="Freeform: Shape 182">
                <a:extLst>
                  <a:ext uri="{FF2B5EF4-FFF2-40B4-BE49-F238E27FC236}">
                    <a16:creationId xmlns:a16="http://schemas.microsoft.com/office/drawing/2014/main" id="{29CF4616-0FC7-4D90-97D4-47F26C31BFE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7" y="3659014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4" name="Freeform: Shape 183">
                <a:extLst>
                  <a:ext uri="{FF2B5EF4-FFF2-40B4-BE49-F238E27FC236}">
                    <a16:creationId xmlns:a16="http://schemas.microsoft.com/office/drawing/2014/main" id="{A5151952-7057-44BC-B171-EC280CDD30D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2" y="3659014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5" name="Freeform: Shape 184">
                <a:extLst>
                  <a:ext uri="{FF2B5EF4-FFF2-40B4-BE49-F238E27FC236}">
                    <a16:creationId xmlns:a16="http://schemas.microsoft.com/office/drawing/2014/main" id="{0CC14CA9-836E-4131-9614-CC7AF80C7A9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2" y="365901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6" name="Freeform: Shape 185">
                <a:extLst>
                  <a:ext uri="{FF2B5EF4-FFF2-40B4-BE49-F238E27FC236}">
                    <a16:creationId xmlns:a16="http://schemas.microsoft.com/office/drawing/2014/main" id="{B9227461-A59A-437A-A371-0B3DD0510ED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65901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7" name="Freeform: Shape 186">
                <a:extLst>
                  <a:ext uri="{FF2B5EF4-FFF2-40B4-BE49-F238E27FC236}">
                    <a16:creationId xmlns:a16="http://schemas.microsoft.com/office/drawing/2014/main" id="{4564435B-AE59-45CC-A733-1D61AB9A5FC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65901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8" name="Freeform: Shape 187">
                <a:extLst>
                  <a:ext uri="{FF2B5EF4-FFF2-40B4-BE49-F238E27FC236}">
                    <a16:creationId xmlns:a16="http://schemas.microsoft.com/office/drawing/2014/main" id="{24964014-4F54-4767-B2A1-1E68A49A2E4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3" y="3659014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8 w 14097"/>
                  <a:gd name="connsiteY1" fmla="*/ 14097 h 14096"/>
                  <a:gd name="connsiteX2" fmla="*/ 0 w 14097"/>
                  <a:gd name="connsiteY2" fmla="*/ 7048 h 14096"/>
                  <a:gd name="connsiteX3" fmla="*/ 7048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9" name="Freeform: Shape 188">
                <a:extLst>
                  <a:ext uri="{FF2B5EF4-FFF2-40B4-BE49-F238E27FC236}">
                    <a16:creationId xmlns:a16="http://schemas.microsoft.com/office/drawing/2014/main" id="{AB12DA42-BE2F-486C-A207-50F0B2A0D6B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65901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0" name="Freeform: Shape 189">
                <a:extLst>
                  <a:ext uri="{FF2B5EF4-FFF2-40B4-BE49-F238E27FC236}">
                    <a16:creationId xmlns:a16="http://schemas.microsoft.com/office/drawing/2014/main" id="{F35083CD-4EE4-48A6-BDE4-DCEB0CD087D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9" y="3718165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1" name="Freeform: Shape 190">
                <a:extLst>
                  <a:ext uri="{FF2B5EF4-FFF2-40B4-BE49-F238E27FC236}">
                    <a16:creationId xmlns:a16="http://schemas.microsoft.com/office/drawing/2014/main" id="{2ACA69B4-304D-4E76-91E8-B824CC474C6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4" y="3718165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2" name="Freeform: Shape 191">
                <a:extLst>
                  <a:ext uri="{FF2B5EF4-FFF2-40B4-BE49-F238E27FC236}">
                    <a16:creationId xmlns:a16="http://schemas.microsoft.com/office/drawing/2014/main" id="{05FBB8B7-7087-4F0C-8A80-BA19FA3C590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4" y="371816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3" name="Freeform: Shape 192">
                <a:extLst>
                  <a:ext uri="{FF2B5EF4-FFF2-40B4-BE49-F238E27FC236}">
                    <a16:creationId xmlns:a16="http://schemas.microsoft.com/office/drawing/2014/main" id="{708B546A-B18E-4E08-B52F-1F1FB4515CD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9" y="371816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4" name="Freeform: Shape 193">
                <a:extLst>
                  <a:ext uri="{FF2B5EF4-FFF2-40B4-BE49-F238E27FC236}">
                    <a16:creationId xmlns:a16="http://schemas.microsoft.com/office/drawing/2014/main" id="{4D083028-5844-4BA9-91D6-6066256F89B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9" y="371816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5" name="Freeform: Shape 194">
                <a:extLst>
                  <a:ext uri="{FF2B5EF4-FFF2-40B4-BE49-F238E27FC236}">
                    <a16:creationId xmlns:a16="http://schemas.microsoft.com/office/drawing/2014/main" id="{46BDB7B8-D976-4509-BB67-E960BEB6E35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4" y="3718165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8 w 14097"/>
                  <a:gd name="connsiteY1" fmla="*/ 14097 h 14096"/>
                  <a:gd name="connsiteX2" fmla="*/ 0 w 14097"/>
                  <a:gd name="connsiteY2" fmla="*/ 7048 h 14096"/>
                  <a:gd name="connsiteX3" fmla="*/ 7048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6" name="Freeform: Shape 195">
                <a:extLst>
                  <a:ext uri="{FF2B5EF4-FFF2-40B4-BE49-F238E27FC236}">
                    <a16:creationId xmlns:a16="http://schemas.microsoft.com/office/drawing/2014/main" id="{1F8D90CC-4AD0-49F4-B215-61FD0A2FE8D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5" y="371816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7" name="Freeform: Shape 196">
                <a:extLst>
                  <a:ext uri="{FF2B5EF4-FFF2-40B4-BE49-F238E27FC236}">
                    <a16:creationId xmlns:a16="http://schemas.microsoft.com/office/drawing/2014/main" id="{FA255F4C-2D85-48C3-A425-B1B090100A8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40" y="3777410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8" name="Freeform: Shape 197">
                <a:extLst>
                  <a:ext uri="{FF2B5EF4-FFF2-40B4-BE49-F238E27FC236}">
                    <a16:creationId xmlns:a16="http://schemas.microsoft.com/office/drawing/2014/main" id="{64D88F2F-ACB0-4172-BB9F-71ABC334DB0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5" y="3777410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8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9" name="Freeform: Shape 198">
                <a:extLst>
                  <a:ext uri="{FF2B5EF4-FFF2-40B4-BE49-F238E27FC236}">
                    <a16:creationId xmlns:a16="http://schemas.microsoft.com/office/drawing/2014/main" id="{6102F024-AF29-4883-BE6C-52EFD020714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6" y="3777408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0" name="Freeform: Shape 199">
                <a:extLst>
                  <a:ext uri="{FF2B5EF4-FFF2-40B4-BE49-F238E27FC236}">
                    <a16:creationId xmlns:a16="http://schemas.microsoft.com/office/drawing/2014/main" id="{809DB4B0-EDB8-4635-9A3D-B48E5965857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83" y="3777408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1" name="Freeform: Shape 200">
                <a:extLst>
                  <a:ext uri="{FF2B5EF4-FFF2-40B4-BE49-F238E27FC236}">
                    <a16:creationId xmlns:a16="http://schemas.microsoft.com/office/drawing/2014/main" id="{BA4BB9B4-19AF-4964-8FDE-1C02C01F379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35" y="3777408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2" name="Freeform: Shape 201">
                <a:extLst>
                  <a:ext uri="{FF2B5EF4-FFF2-40B4-BE49-F238E27FC236}">
                    <a16:creationId xmlns:a16="http://schemas.microsoft.com/office/drawing/2014/main" id="{3466ACF5-678D-47AC-A8E1-250FBEA6E57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82" y="3777410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8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3" name="Freeform: Shape 202">
                <a:extLst>
                  <a:ext uri="{FF2B5EF4-FFF2-40B4-BE49-F238E27FC236}">
                    <a16:creationId xmlns:a16="http://schemas.microsoft.com/office/drawing/2014/main" id="{CF4BE354-56F1-4CC0-ABC3-CFA2255599D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31" y="3777408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4" name="Freeform: Shape 203">
                <a:extLst>
                  <a:ext uri="{FF2B5EF4-FFF2-40B4-BE49-F238E27FC236}">
                    <a16:creationId xmlns:a16="http://schemas.microsoft.com/office/drawing/2014/main" id="{1FF6AB4A-7E14-48F4-B58E-D3BCD7F5529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76" y="3481374"/>
                <a:ext cx="14097" cy="14096"/>
              </a:xfrm>
              <a:custGeom>
                <a:avLst/>
                <a:gdLst>
                  <a:gd name="connsiteX0" fmla="*/ 14097 w 14097"/>
                  <a:gd name="connsiteY0" fmla="*/ 7049 h 14096"/>
                  <a:gd name="connsiteX1" fmla="*/ 7049 w 14097"/>
                  <a:gd name="connsiteY1" fmla="*/ 14097 h 14096"/>
                  <a:gd name="connsiteX2" fmla="*/ 0 w 14097"/>
                  <a:gd name="connsiteY2" fmla="*/ 7049 h 14096"/>
                  <a:gd name="connsiteX3" fmla="*/ 7049 w 14097"/>
                  <a:gd name="connsiteY3" fmla="*/ 0 h 14096"/>
                  <a:gd name="connsiteX4" fmla="*/ 14097 w 14097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5" name="Freeform: Shape 204">
                <a:extLst>
                  <a:ext uri="{FF2B5EF4-FFF2-40B4-BE49-F238E27FC236}">
                    <a16:creationId xmlns:a16="http://schemas.microsoft.com/office/drawing/2014/main" id="{826A8026-2DFD-4691-81ED-CF8C6C8101F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7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8 w 14096"/>
                  <a:gd name="connsiteY1" fmla="*/ 14097 h 14096"/>
                  <a:gd name="connsiteX2" fmla="*/ 0 w 14096"/>
                  <a:gd name="connsiteY2" fmla="*/ 7049 h 14096"/>
                  <a:gd name="connsiteX3" fmla="*/ 7048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6" name="Freeform: Shape 205">
                <a:extLst>
                  <a:ext uri="{FF2B5EF4-FFF2-40B4-BE49-F238E27FC236}">
                    <a16:creationId xmlns:a16="http://schemas.microsoft.com/office/drawing/2014/main" id="{DCBE85A3-D478-4EBF-A094-768EDE80E06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72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9 w 14096"/>
                  <a:gd name="connsiteY1" fmla="*/ 14097 h 14096"/>
                  <a:gd name="connsiteX2" fmla="*/ 0 w 14096"/>
                  <a:gd name="connsiteY2" fmla="*/ 7049 h 14096"/>
                  <a:gd name="connsiteX3" fmla="*/ 7049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7" name="Freeform: Shape 206">
                <a:extLst>
                  <a:ext uri="{FF2B5EF4-FFF2-40B4-BE49-F238E27FC236}">
                    <a16:creationId xmlns:a16="http://schemas.microsoft.com/office/drawing/2014/main" id="{9B03629E-D0C6-47D9-9E55-FB00BFBAD0F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22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8 w 14096"/>
                  <a:gd name="connsiteY1" fmla="*/ 14097 h 14096"/>
                  <a:gd name="connsiteX2" fmla="*/ 0 w 14096"/>
                  <a:gd name="connsiteY2" fmla="*/ 7049 h 14096"/>
                  <a:gd name="connsiteX3" fmla="*/ 7048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8" name="Freeform: Shape 207">
                <a:extLst>
                  <a:ext uri="{FF2B5EF4-FFF2-40B4-BE49-F238E27FC236}">
                    <a16:creationId xmlns:a16="http://schemas.microsoft.com/office/drawing/2014/main" id="{7ECA1C99-3F19-4C93-9683-CDDBE2840F6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8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8 w 14096"/>
                  <a:gd name="connsiteY1" fmla="*/ 14097 h 14096"/>
                  <a:gd name="connsiteX2" fmla="*/ 0 w 14096"/>
                  <a:gd name="connsiteY2" fmla="*/ 7049 h 14096"/>
                  <a:gd name="connsiteX3" fmla="*/ 7048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9" name="Freeform: Shape 208">
                <a:extLst>
                  <a:ext uri="{FF2B5EF4-FFF2-40B4-BE49-F238E27FC236}">
                    <a16:creationId xmlns:a16="http://schemas.microsoft.com/office/drawing/2014/main" id="{6E53F2EA-BC30-4BEC-BBA5-FF485FD8B6F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7" y="3481373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8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8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0" name="Freeform: Shape 209">
                <a:extLst>
                  <a:ext uri="{FF2B5EF4-FFF2-40B4-BE49-F238E27FC236}">
                    <a16:creationId xmlns:a16="http://schemas.microsoft.com/office/drawing/2014/main" id="{4FE941FB-7EBE-489D-B1D8-06BC9E2F789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76" y="3540622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1" name="Freeform: Shape 210">
                <a:extLst>
                  <a:ext uri="{FF2B5EF4-FFF2-40B4-BE49-F238E27FC236}">
                    <a16:creationId xmlns:a16="http://schemas.microsoft.com/office/drawing/2014/main" id="{4FCECFFB-D979-4814-99CC-B8C0CCE0470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7" y="3540623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2" name="Freeform: Shape 211">
                <a:extLst>
                  <a:ext uri="{FF2B5EF4-FFF2-40B4-BE49-F238E27FC236}">
                    <a16:creationId xmlns:a16="http://schemas.microsoft.com/office/drawing/2014/main" id="{5218BC88-1436-4861-9108-ED5C49172DD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72" y="3540626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9 w 14096"/>
                  <a:gd name="connsiteY1" fmla="*/ 14097 h 14096"/>
                  <a:gd name="connsiteX2" fmla="*/ 0 w 14096"/>
                  <a:gd name="connsiteY2" fmla="*/ 7048 h 14096"/>
                  <a:gd name="connsiteX3" fmla="*/ 7049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3" name="Freeform: Shape 212">
                <a:extLst>
                  <a:ext uri="{FF2B5EF4-FFF2-40B4-BE49-F238E27FC236}">
                    <a16:creationId xmlns:a16="http://schemas.microsoft.com/office/drawing/2014/main" id="{7C43492A-8ADB-4CDA-976F-F9159DE1407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22" y="3540627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4" name="Freeform: Shape 213">
                <a:extLst>
                  <a:ext uri="{FF2B5EF4-FFF2-40B4-BE49-F238E27FC236}">
                    <a16:creationId xmlns:a16="http://schemas.microsoft.com/office/drawing/2014/main" id="{448A8C4E-CD2B-4E83-895D-6B1071C5E9C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8" y="354063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5" name="Freeform: Shape 214">
                <a:extLst>
                  <a:ext uri="{FF2B5EF4-FFF2-40B4-BE49-F238E27FC236}">
                    <a16:creationId xmlns:a16="http://schemas.microsoft.com/office/drawing/2014/main" id="{2315E315-11E8-4514-BE71-EEA42E23721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7" y="3540631"/>
                <a:ext cx="14096" cy="14097"/>
              </a:xfrm>
              <a:custGeom>
                <a:avLst/>
                <a:gdLst>
                  <a:gd name="connsiteX0" fmla="*/ 14097 w 14096"/>
                  <a:gd name="connsiteY0" fmla="*/ 7048 h 14097"/>
                  <a:gd name="connsiteX1" fmla="*/ 7048 w 14096"/>
                  <a:gd name="connsiteY1" fmla="*/ 14097 h 14097"/>
                  <a:gd name="connsiteX2" fmla="*/ 0 w 14096"/>
                  <a:gd name="connsiteY2" fmla="*/ 7048 h 14097"/>
                  <a:gd name="connsiteX3" fmla="*/ 7048 w 14096"/>
                  <a:gd name="connsiteY3" fmla="*/ 0 h 14097"/>
                  <a:gd name="connsiteX4" fmla="*/ 14097 w 14096"/>
                  <a:gd name="connsiteY4" fmla="*/ 7048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8"/>
                    </a:moveTo>
                    <a:cubicBezTo>
                      <a:pt x="14097" y="10941"/>
                      <a:pt x="10941" y="14097"/>
                      <a:pt x="7048" y="14097"/>
                    </a:cubicBezTo>
                    <a:cubicBezTo>
                      <a:pt x="3156" y="14097"/>
                      <a:pt x="0" y="10941"/>
                      <a:pt x="0" y="7048"/>
                    </a:cubicBezTo>
                    <a:cubicBezTo>
                      <a:pt x="0" y="3156"/>
                      <a:pt x="3156" y="0"/>
                      <a:pt x="7048" y="0"/>
                    </a:cubicBezTo>
                    <a:cubicBezTo>
                      <a:pt x="10941" y="0"/>
                      <a:pt x="14097" y="3156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6" name="Freeform: Shape 215">
                <a:extLst>
                  <a:ext uri="{FF2B5EF4-FFF2-40B4-BE49-F238E27FC236}">
                    <a16:creationId xmlns:a16="http://schemas.microsoft.com/office/drawing/2014/main" id="{26C36A72-5D83-400B-9DC6-D6A4F7D3650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76" y="3599781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7" name="Freeform: Shape 216">
                <a:extLst>
                  <a:ext uri="{FF2B5EF4-FFF2-40B4-BE49-F238E27FC236}">
                    <a16:creationId xmlns:a16="http://schemas.microsoft.com/office/drawing/2014/main" id="{DF388598-6DD8-4B12-8DBD-1F8933348EE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7" y="3599781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8" name="Freeform: Shape 217">
                <a:extLst>
                  <a:ext uri="{FF2B5EF4-FFF2-40B4-BE49-F238E27FC236}">
                    <a16:creationId xmlns:a16="http://schemas.microsoft.com/office/drawing/2014/main" id="{42ADD8C0-C6F0-46A9-8D78-B6026B55BD1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72" y="3599781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9 w 14096"/>
                  <a:gd name="connsiteY1" fmla="*/ 14097 h 14096"/>
                  <a:gd name="connsiteX2" fmla="*/ 0 w 14096"/>
                  <a:gd name="connsiteY2" fmla="*/ 7048 h 14096"/>
                  <a:gd name="connsiteX3" fmla="*/ 7049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9" name="Freeform: Shape 218">
                <a:extLst>
                  <a:ext uri="{FF2B5EF4-FFF2-40B4-BE49-F238E27FC236}">
                    <a16:creationId xmlns:a16="http://schemas.microsoft.com/office/drawing/2014/main" id="{B5CC1749-FD2F-40FD-AA5A-CAFE9C6E2F1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22" y="3599781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0" name="Freeform: Shape 219">
                <a:extLst>
                  <a:ext uri="{FF2B5EF4-FFF2-40B4-BE49-F238E27FC236}">
                    <a16:creationId xmlns:a16="http://schemas.microsoft.com/office/drawing/2014/main" id="{38F5A197-D6C9-4BDB-A9DE-7FFE84B3517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8" y="359978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1" name="Freeform: Shape 220">
                <a:extLst>
                  <a:ext uri="{FF2B5EF4-FFF2-40B4-BE49-F238E27FC236}">
                    <a16:creationId xmlns:a16="http://schemas.microsoft.com/office/drawing/2014/main" id="{0B6C64F3-7126-4337-9067-15A64EF5356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7" y="3599782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2" name="Freeform: Shape 221">
                <a:extLst>
                  <a:ext uri="{FF2B5EF4-FFF2-40B4-BE49-F238E27FC236}">
                    <a16:creationId xmlns:a16="http://schemas.microsoft.com/office/drawing/2014/main" id="{5A902BCF-C9BF-4566-AC1E-1E91502F2B5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76" y="3659026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3" name="Freeform: Shape 222">
                <a:extLst>
                  <a:ext uri="{FF2B5EF4-FFF2-40B4-BE49-F238E27FC236}">
                    <a16:creationId xmlns:a16="http://schemas.microsoft.com/office/drawing/2014/main" id="{09B1FBFF-C965-462A-9B34-D01689CAFE3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7" y="3659026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4" name="Freeform: Shape 223">
                <a:extLst>
                  <a:ext uri="{FF2B5EF4-FFF2-40B4-BE49-F238E27FC236}">
                    <a16:creationId xmlns:a16="http://schemas.microsoft.com/office/drawing/2014/main" id="{C13CFECF-7502-40A2-92A6-3DBC74DF93C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72" y="3659026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9 w 14096"/>
                  <a:gd name="connsiteY1" fmla="*/ 14097 h 14096"/>
                  <a:gd name="connsiteX2" fmla="*/ 0 w 14096"/>
                  <a:gd name="connsiteY2" fmla="*/ 7048 h 14096"/>
                  <a:gd name="connsiteX3" fmla="*/ 7049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5" name="Freeform: Shape 224">
                <a:extLst>
                  <a:ext uri="{FF2B5EF4-FFF2-40B4-BE49-F238E27FC236}">
                    <a16:creationId xmlns:a16="http://schemas.microsoft.com/office/drawing/2014/main" id="{01280C84-683C-4088-8E3C-8A98A6749EB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22" y="3659026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6" name="Freeform: Shape 225">
                <a:extLst>
                  <a:ext uri="{FF2B5EF4-FFF2-40B4-BE49-F238E27FC236}">
                    <a16:creationId xmlns:a16="http://schemas.microsoft.com/office/drawing/2014/main" id="{3747508C-3AE5-4D8D-A086-A46FDBEDEEB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8" y="3659026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7" name="Freeform: Shape 226">
                <a:extLst>
                  <a:ext uri="{FF2B5EF4-FFF2-40B4-BE49-F238E27FC236}">
                    <a16:creationId xmlns:a16="http://schemas.microsoft.com/office/drawing/2014/main" id="{EEC02501-119D-4C07-AB8C-A131B125B11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7" y="3659026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8" name="Freeform: Shape 227">
                <a:extLst>
                  <a:ext uri="{FF2B5EF4-FFF2-40B4-BE49-F238E27FC236}">
                    <a16:creationId xmlns:a16="http://schemas.microsoft.com/office/drawing/2014/main" id="{8F899201-EDD3-4F1A-89A6-345290E70EA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76" y="3718177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9" name="Freeform: Shape 228">
                <a:extLst>
                  <a:ext uri="{FF2B5EF4-FFF2-40B4-BE49-F238E27FC236}">
                    <a16:creationId xmlns:a16="http://schemas.microsoft.com/office/drawing/2014/main" id="{225488C2-1481-42C0-AE4D-4052F7EFF7F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7" y="3718177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0" name="Freeform: Shape 229">
                <a:extLst>
                  <a:ext uri="{FF2B5EF4-FFF2-40B4-BE49-F238E27FC236}">
                    <a16:creationId xmlns:a16="http://schemas.microsoft.com/office/drawing/2014/main" id="{84F224FC-B0FB-4A2E-A9BD-0F7CFB241D6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72" y="3718177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9 w 14096"/>
                  <a:gd name="connsiteY1" fmla="*/ 14097 h 14096"/>
                  <a:gd name="connsiteX2" fmla="*/ 0 w 14096"/>
                  <a:gd name="connsiteY2" fmla="*/ 7048 h 14096"/>
                  <a:gd name="connsiteX3" fmla="*/ 7049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1" name="Freeform: Shape 230">
                <a:extLst>
                  <a:ext uri="{FF2B5EF4-FFF2-40B4-BE49-F238E27FC236}">
                    <a16:creationId xmlns:a16="http://schemas.microsoft.com/office/drawing/2014/main" id="{D04F68AF-F37B-4407-8471-E549ADCFAAE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22" y="3718177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2" name="Freeform: Shape 231">
                <a:extLst>
                  <a:ext uri="{FF2B5EF4-FFF2-40B4-BE49-F238E27FC236}">
                    <a16:creationId xmlns:a16="http://schemas.microsoft.com/office/drawing/2014/main" id="{6030291B-8F7B-4D02-A35F-561C0DAA8A3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8" y="3718172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3" name="Freeform: Shape 232">
                <a:extLst>
                  <a:ext uri="{FF2B5EF4-FFF2-40B4-BE49-F238E27FC236}">
                    <a16:creationId xmlns:a16="http://schemas.microsoft.com/office/drawing/2014/main" id="{3E961417-D5BB-4D51-8FD8-3402284256C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7" y="3718176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4" name="Freeform: Shape 233">
                <a:extLst>
                  <a:ext uri="{FF2B5EF4-FFF2-40B4-BE49-F238E27FC236}">
                    <a16:creationId xmlns:a16="http://schemas.microsoft.com/office/drawing/2014/main" id="{133EAFF3-FE9C-4606-89F9-19982C0FE98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72" y="3777419"/>
                <a:ext cx="14097" cy="14099"/>
              </a:xfrm>
              <a:custGeom>
                <a:avLst/>
                <a:gdLst>
                  <a:gd name="connsiteX0" fmla="*/ 14097 w 14097"/>
                  <a:gd name="connsiteY0" fmla="*/ 7051 h 14099"/>
                  <a:gd name="connsiteX1" fmla="*/ 7049 w 14097"/>
                  <a:gd name="connsiteY1" fmla="*/ 14099 h 14099"/>
                  <a:gd name="connsiteX2" fmla="*/ 0 w 14097"/>
                  <a:gd name="connsiteY2" fmla="*/ 7051 h 14099"/>
                  <a:gd name="connsiteX3" fmla="*/ 7049 w 14097"/>
                  <a:gd name="connsiteY3" fmla="*/ 2 h 14099"/>
                  <a:gd name="connsiteX4" fmla="*/ 14097 w 14097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5" name="Freeform: Shape 234">
                <a:extLst>
                  <a:ext uri="{FF2B5EF4-FFF2-40B4-BE49-F238E27FC236}">
                    <a16:creationId xmlns:a16="http://schemas.microsoft.com/office/drawing/2014/main" id="{01882DC7-070C-47B0-B378-FA112A6CACE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2" y="3777419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6" name="Freeform: Shape 235">
                <a:extLst>
                  <a:ext uri="{FF2B5EF4-FFF2-40B4-BE49-F238E27FC236}">
                    <a16:creationId xmlns:a16="http://schemas.microsoft.com/office/drawing/2014/main" id="{BDF1B4B0-0A75-4538-A610-72720908173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68" y="3777419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9 w 14096"/>
                  <a:gd name="connsiteY1" fmla="*/ 14099 h 14099"/>
                  <a:gd name="connsiteX2" fmla="*/ 0 w 14096"/>
                  <a:gd name="connsiteY2" fmla="*/ 7051 h 14099"/>
                  <a:gd name="connsiteX3" fmla="*/ 7049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859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7" name="Freeform: Shape 236">
                <a:extLst>
                  <a:ext uri="{FF2B5EF4-FFF2-40B4-BE49-F238E27FC236}">
                    <a16:creationId xmlns:a16="http://schemas.microsoft.com/office/drawing/2014/main" id="{6E4AD28E-F206-45E2-9B00-A2E68FFB438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24" y="3777383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8" name="Freeform: Shape 237">
                <a:extLst>
                  <a:ext uri="{FF2B5EF4-FFF2-40B4-BE49-F238E27FC236}">
                    <a16:creationId xmlns:a16="http://schemas.microsoft.com/office/drawing/2014/main" id="{735023C8-4EFD-461A-8FFD-C7803585665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87" y="3777429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858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9" name="Freeform: Shape 238">
                <a:extLst>
                  <a:ext uri="{FF2B5EF4-FFF2-40B4-BE49-F238E27FC236}">
                    <a16:creationId xmlns:a16="http://schemas.microsoft.com/office/drawing/2014/main" id="{7FFEB6B5-C11C-4B5F-BCC4-C86C5659E66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24" y="377742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41"/>
                      <a:pt x="10941" y="14097"/>
                      <a:pt x="7048" y="14097"/>
                    </a:cubicBezTo>
                    <a:cubicBezTo>
                      <a:pt x="3156" y="14097"/>
                      <a:pt x="0" y="10941"/>
                      <a:pt x="0" y="7048"/>
                    </a:cubicBezTo>
                    <a:cubicBezTo>
                      <a:pt x="0" y="3156"/>
                      <a:pt x="3156" y="0"/>
                      <a:pt x="7048" y="0"/>
                    </a:cubicBezTo>
                    <a:cubicBezTo>
                      <a:pt x="10941" y="0"/>
                      <a:pt x="14097" y="3156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BB529358-06DA-6D6B-004B-478B8A3768FC}"/>
              </a:ext>
            </a:extLst>
          </p:cNvPr>
          <p:cNvSpPr txBox="1"/>
          <p:nvPr/>
        </p:nvSpPr>
        <p:spPr>
          <a:xfrm>
            <a:off x="7385338" y="6492291"/>
            <a:ext cx="144142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</a:rPr>
              <a:t>Team “</a:t>
            </a:r>
            <a:r>
              <a:rPr lang="en-US" sz="1100" dirty="0" err="1">
                <a:solidFill>
                  <a:schemeClr val="bg1"/>
                </a:solidFill>
              </a:rPr>
              <a:t>LateBloomers</a:t>
            </a:r>
            <a:r>
              <a:rPr lang="en-US" sz="1100" dirty="0">
                <a:solidFill>
                  <a:schemeClr val="bg1"/>
                </a:solidFill>
              </a:rPr>
              <a:t>”</a:t>
            </a:r>
            <a:endParaRPr lang="en-DE" sz="1100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9EF37BD-E921-B8AE-DABD-99B2CA063BBA}"/>
              </a:ext>
            </a:extLst>
          </p:cNvPr>
          <p:cNvSpPr txBox="1"/>
          <p:nvPr/>
        </p:nvSpPr>
        <p:spPr>
          <a:xfrm>
            <a:off x="0" y="6542305"/>
            <a:ext cx="3510898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>
                <a:solidFill>
                  <a:schemeClr val="bg2"/>
                </a:solidFill>
              </a:rPr>
              <a:t>Federated Log Anomaly Detection for "Unknown Unknowns"</a:t>
            </a:r>
            <a:endParaRPr lang="en-US" sz="1100" dirty="0">
              <a:solidFill>
                <a:schemeClr val="bg2"/>
              </a:solidFill>
            </a:endParaRPr>
          </a:p>
          <a:p>
            <a:endParaRPr lang="en-DE" sz="1050" dirty="0">
              <a:solidFill>
                <a:schemeClr val="bg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409</TotalTime>
  <Words>213</Words>
  <Application>Microsoft Macintosh PowerPoint</Application>
  <PresentationFormat>On-screen Show (4:3)</PresentationFormat>
  <Paragraphs>17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TU-Pseudonym 2437242416285620</cp:lastModifiedBy>
  <cp:revision>28</cp:revision>
  <dcterms:created xsi:type="dcterms:W3CDTF">2013-01-27T09:14:16Z</dcterms:created>
  <dcterms:modified xsi:type="dcterms:W3CDTF">2025-11-15T16:22:37Z</dcterms:modified>
  <cp:category/>
</cp:coreProperties>
</file>